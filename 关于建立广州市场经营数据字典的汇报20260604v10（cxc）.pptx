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21"/>
  </p:notesMasterIdLst>
  <p:handoutMasterIdLst>
    <p:handoutMasterId r:id="rId22"/>
  </p:handoutMasterIdLst>
  <p:sldIdLst>
    <p:sldId id="256" r:id="rId3"/>
    <p:sldId id="259" r:id="rId4"/>
    <p:sldId id="3079" r:id="rId5"/>
    <p:sldId id="3075" r:id="rId6"/>
    <p:sldId id="3086" r:id="rId7"/>
    <p:sldId id="3087" r:id="rId8"/>
    <p:sldId id="3088" r:id="rId9"/>
    <p:sldId id="3076" r:id="rId10"/>
    <p:sldId id="3074" r:id="rId11"/>
    <p:sldId id="3077" r:id="rId12"/>
    <p:sldId id="3078" r:id="rId13"/>
    <p:sldId id="3068" r:id="rId14"/>
    <p:sldId id="3085" r:id="rId15"/>
    <p:sldId id="3081" r:id="rId16"/>
    <p:sldId id="3082" r:id="rId17"/>
    <p:sldId id="3083" r:id="rId18"/>
    <p:sldId id="3084" r:id="rId19"/>
    <p:sldId id="327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llbert" initials="g" lastIdx="1" clrIdx="0"/>
  <p:cmAuthor id="1319" name="10226012" initials="1" lastIdx="0" clrIdx="1318"/>
  <p:cmAuthor id="1" name="liyuf" initials="l" lastIdx="1" clrIdx="0"/>
  <p:cmAuthor id="1320" name="10045395" initials="1" lastIdx="0" clrIdx="1319"/>
  <p:cmAuthor id="2" name="作者" initials="A" lastIdx="0" clrIdx="1"/>
  <p:cmAuthor id="1321" name="10243946" initials="1" lastIdx="0" clrIdx="1320"/>
  <p:cmAuthor id="3" name="Cyan Bu" initials="CB" lastIdx="1" clrIdx="2"/>
  <p:cmAuthor id="1322" name="10240144" initials="1" lastIdx="0" clrIdx="1321"/>
  <p:cmAuthor id="4" name="Joker" initials="J" lastIdx="1" clrIdx="3"/>
  <p:cmAuthor id="1323" name="wangsuyu" initials="w" lastIdx="0" clrIdx="1322"/>
  <p:cmAuthor id="5" name="Administrator" initials="A" lastIdx="0" clrIdx="0"/>
  <p:cmAuthor id="1324" name="86150" initials="8" lastIdx="0" clrIdx="1323"/>
  <p:cmAuthor id="6" name="chen feng" initials="cf" lastIdx="1" clrIdx="2"/>
  <p:cmAuthor id="1325" name="qdrenyx" initials="q" lastIdx="0" clrIdx="1324"/>
  <p:cmAuthor id="7" name="zhang" initials="z" lastIdx="1" clrIdx="6"/>
  <p:cmAuthor id="1326" name="峰哥" initials="峰" lastIdx="0" clrIdx="1325"/>
  <p:cmAuthor id="8" name="sz" initials="s" lastIdx="3" clrIdx="4"/>
  <p:cmAuthor id="1327" name="sunyi" initials="s" lastIdx="0" clrIdx="1326"/>
  <p:cmAuthor id="9" name="微软用户" initials="微" lastIdx="0" clrIdx="0"/>
  <p:cmAuthor id="1328" name="wangweenie" initials="w" lastIdx="0" clrIdx="1327"/>
  <p:cmAuthor id="10" name="熊先奎10009191" initials="熊" lastIdx="1" clrIdx="9"/>
  <p:cmAuthor id="1329" name="liu jane" initials="l" lastIdx="0" clrIdx="1328"/>
  <p:cmAuthor id="11" name="郭凯" initials="郭" lastIdx="1" clrIdx="10"/>
  <p:cmAuthor id="1330" name="张蓝茜" initials="张" lastIdx="0" clrIdx="1329"/>
  <p:cmAuthor id="12" name="lisa" initials="l" lastIdx="2" clrIdx="17"/>
  <p:cmAuthor id="1331" name="上官 雅瞳" initials="上" lastIdx="0" clrIdx="1330"/>
  <p:cmAuthor id="13" name="李岩（IT）" initials="李" lastIdx="2" clrIdx="13"/>
  <p:cmAuthor id="1332" name="lijh145" initials="l" lastIdx="0" clrIdx="1331"/>
  <p:cmAuthor id="14" name="13686" initials="1" lastIdx="1" clrIdx="14"/>
  <p:cmAuthor id="1333" name="朱光耀" initials="朱" lastIdx="0" clrIdx="1332"/>
  <p:cmAuthor id="15" name="周辉" initials="周" lastIdx="1" clrIdx="15"/>
  <p:cmAuthor id="1334" name="鲁守吉" initials="鲁" lastIdx="0" clrIdx="1333"/>
  <p:cmAuthor id="16" name="yanhexin" initials="y" lastIdx="1" clrIdx="18"/>
  <p:cmAuthor id="1335" name="金海燕" initials="金" lastIdx="0" clrIdx="1334"/>
  <p:cmAuthor id="17" name="sunyufang" initials="s" lastIdx="1" clrIdx="21"/>
  <p:cmAuthor id="1336" name="SDTAGX008" initials="S" lastIdx="0" clrIdx="1335"/>
  <p:cmAuthor id="18" name="MicroSoft" initials="M" lastIdx="1" clrIdx="22"/>
  <p:cmAuthor id="1337" name="Achex" initials="A" lastIdx="0" clrIdx="1336"/>
  <p:cmAuthor id="19" name="孟伟伟" initials="孟" lastIdx="1" clrIdx="15"/>
  <p:cmAuthor id="1338" name="Wang Sisi" initials="W" lastIdx="0" clrIdx="1337"/>
  <p:cmAuthor id="20" name="86137" initials="8" lastIdx="1" clrIdx="19"/>
  <p:cmAuthor id="1339" name="Zhang, Teresa-Y" initials="Z" lastIdx="0" clrIdx="1338"/>
  <p:cmAuthor id="21" name="李蕾00009994" initials="李蕾00009994" lastIdx="6" clrIdx="17"/>
  <p:cmAuthor id="1340" name="沈奂" initials="沈奂" lastIdx="0" clrIdx="1339"/>
  <p:cmAuthor id="22" name="Saku Uchikawa" initials="S" lastIdx="11" clrIdx="0"/>
  <p:cmAuthor id="1341" name="lih32" initials="l" lastIdx="0" clrIdx="1340"/>
  <p:cmAuthor id="23" name="蔡建楠" initials="caijianna" lastIdx="15" clrIdx="17"/>
  <p:cmAuthor id="1342" name="Modle" initials="M" lastIdx="0" clrIdx="1341"/>
  <p:cmAuthor id="24" name="光善军" initials="光" lastIdx="1" clrIdx="0"/>
  <p:cmAuthor id="1343" name="77192" initials="7" lastIdx="0" clrIdx="1342"/>
  <p:cmAuthor id="25" name="wyz" initials="w" lastIdx="1" clrIdx="24"/>
  <p:cmAuthor id="1344" name="qhb" initials="q" lastIdx="0" clrIdx="1343"/>
  <p:cmAuthor id="26" name="Hou Yingfeng" initials="H" lastIdx="10" clrIdx="23"/>
  <p:cmAuthor id="1345" name="大勇哥" initials="大" lastIdx="0" clrIdx="1344"/>
  <p:cmAuthor id="27" name="10056791" initials="ZTE" lastIdx="1" clrIdx="29"/>
  <p:cmAuthor id="1346" name="窦隆玲" initials="窦" lastIdx="0" clrIdx="1345"/>
  <p:cmAuthor id="28" name="Author" initials="A" lastIdx="0" clrIdx="30"/>
  <p:cmAuthor id="1347" name="one" initials="o" lastIdx="0" clrIdx="1346"/>
  <p:cmAuthor id="29" name="wu alice" initials="w" lastIdx="2" clrIdx="0"/>
  <p:cmAuthor id="1348" name="万 江波" initials="万" lastIdx="0" clrIdx="1347"/>
  <p:cmAuthor id="30" name="610007" initials="6" lastIdx="0" clrIdx="32"/>
  <p:cmAuthor id="1349" name="l" initials="l" lastIdx="0" clrIdx="1348"/>
  <p:cmAuthor id="31" name="Deanna Schuler (Bookey Consulting)" initials="D" lastIdx="2" clrIdx="0"/>
  <p:cmAuthor id="1350" name="史 喜英" initials="史" lastIdx="0" clrIdx="1349"/>
  <p:cmAuthor id="32" name="Li, Siyu" initials="L" lastIdx="12" clrIdx="1"/>
  <p:cmAuthor id="1351" name="MY" initials="M" lastIdx="0" clrIdx="1350"/>
  <p:cmAuthor id="33" name="PC" initials="P" lastIdx="4" clrIdx="0"/>
  <p:cmAuthor id="1352" name="寳" initials="寳" lastIdx="0" clrIdx="1351"/>
  <p:cmAuthor id="34" name="ZhangXiaoMin" initials="Z" lastIdx="1" clrIdx="1"/>
  <p:cmAuthor id="1353" name="郑雅欣---寿险总公司营销市场部" initials="郑" lastIdx="0" clrIdx="1352"/>
  <p:cmAuthor id="35" name="廖麗華" initials="廖" lastIdx="1" clrIdx="0"/>
  <p:cmAuthor id="1354" name="JS-NT-HA" initials="J" lastIdx="0" clrIdx="1353"/>
  <p:cmAuthor id="36" name="Microsoft Office 用户" initials="M" lastIdx="1" clrIdx="3"/>
  <p:cmAuthor id="1355" name="miao zhang" initials="m" lastIdx="0" clrIdx="1354"/>
  <p:cmAuthor id="37" name="cui yun" initials="cy" lastIdx="1" clrIdx="22"/>
  <p:cmAuthor id="1356" name="郭文侠" initials="郭" lastIdx="0" clrIdx="1355"/>
  <p:cmAuthor id="38" name="凯 毛" initials="凯" lastIdx="1" clrIdx="85"/>
  <p:cmAuthor id="1357" name="阳 焦" initials="阳" lastIdx="0" clrIdx="1356"/>
  <p:cmAuthor id="39" name="qihua-DCMS" initials="q" lastIdx="0" clrIdx="0"/>
  <p:cmAuthor id="1358" name="续晓婧" initials="续" lastIdx="0" clrIdx="1357"/>
  <p:cmAuthor id="40" name="YUMINGNJ" initials="Y" lastIdx="3" clrIdx="0"/>
  <p:cmAuthor id="1359" name="崔阳阳" initials="崔" lastIdx="0" clrIdx="1358"/>
  <p:cmAuthor id="41" name="daphne" initials="d" lastIdx="1" clrIdx="0"/>
  <p:cmAuthor id="1360" name="Lee Melo" initials="L" lastIdx="0" clrIdx="1359"/>
  <p:cmAuthor id="42" name="许 志军" initials="许" lastIdx="1" clrIdx="25"/>
  <p:cmAuthor id="1361" name="运营" initials="运" lastIdx="0" clrIdx="1360"/>
  <p:cmAuthor id="43" name="欧 志芳" initials="欧" lastIdx="1" clrIdx="26"/>
  <p:cmAuthor id="1362" name="13954" initials="1" lastIdx="0" clrIdx="1361"/>
  <p:cmAuthor id="44" name="yuanzh" initials="y" lastIdx="1" clrIdx="1"/>
  <p:cmAuthor id="1363" name="徐晓丽" initials="徐" lastIdx="0" clrIdx="1362"/>
  <p:cmAuthor id="45" name="曾红" initials="曾" lastIdx="0" clrIdx="0"/>
  <p:cmAuthor id="1364" name="戴方方" initials="戴" lastIdx="0" clrIdx="1363"/>
  <p:cmAuthor id="46" name="mm" initials="m" lastIdx="1" clrIdx="0"/>
  <p:cmAuthor id="1365" name="陈 明东" initials="陈" lastIdx="0" clrIdx="1364"/>
  <p:cmAuthor id="47" name="周宏達JerryChou" initials="周" lastIdx="6" clrIdx="2"/>
  <p:cmAuthor id="1366" name="office user" initials="o" lastIdx="0" clrIdx="1365"/>
  <p:cmAuthor id="48" name="hl sun" initials="h" lastIdx="1" clrIdx="0"/>
  <p:cmAuthor id="1367" name="office365" initials="o" lastIdx="0" clrIdx="1366"/>
  <p:cmAuthor id="49" name="朱晓瑜" initials="朱" lastIdx="54" clrIdx="0"/>
  <p:cmAuthor id="1368" name="甄 建文" initials="甄" lastIdx="0" clrIdx="1367"/>
  <p:cmAuthor id="50" name="張秀娟" initials="張" lastIdx="1" clrIdx="2"/>
  <p:cmAuthor id="1369" name="柯珂" initials="柯" lastIdx="0" clrIdx="1368"/>
  <p:cmAuthor id="51" name="未知的使用者11" initials="未" lastIdx="0" clrIdx="1"/>
  <p:cmAuthor id="1370" name="WPS_1620655604" initials="W" lastIdx="0" clrIdx="1369"/>
  <p:cmAuthor id="52" name="唐可欣" initials="唐" lastIdx="1" clrIdx="0"/>
  <p:cmAuthor id="1371" name="小角色" initials="小" lastIdx="0" clrIdx="1370"/>
  <p:cmAuthor id="53" name="王鹏凯" initials="王" lastIdx="1" clrIdx="0"/>
  <p:cmAuthor id="1372" name="阳朔" initials="阳" lastIdx="0" clrIdx="1371"/>
  <p:cmAuthor id="54" name="不明使用者20" initials="不" lastIdx="1" clrIdx="0"/>
  <p:cmAuthor id="1373" name="dezye-肖" initials="d" lastIdx="0" clrIdx="1372"/>
  <p:cmAuthor id="55" name="jet" initials="j" lastIdx="1" clrIdx="0"/>
  <p:cmAuthor id="1374" name="Sunny" initials="S" lastIdx="0" clrIdx="1373"/>
  <p:cmAuthor id="56" name="clinchen" initials="c" lastIdx="0" clrIdx="1"/>
  <p:cmAuthor id="1375" name="完能" initials="完" lastIdx="0" clrIdx="1374"/>
  <p:cmAuthor id="57" name="Evonlin" initials="E" lastIdx="2" clrIdx="2"/>
  <p:cmAuthor id="1376" name="老头王" initials="老" lastIdx="0" clrIdx="1375"/>
  <p:cmAuthor id="58" name="未知的使用者24" initials="未" lastIdx="1" clrIdx="0"/>
  <p:cmAuthor id="1377" name="短发Jessica" initials="短" lastIdx="0" clrIdx="1376"/>
  <p:cmAuthor id="59" name="未知的使用者25" initials="未" lastIdx="3" clrIdx="1"/>
  <p:cmAuthor id="1378" name="樣樣汢荳" initials="樣" lastIdx="0" clrIdx="1377"/>
  <p:cmAuthor id="60" name="未知的使用者26" initials="未" lastIdx="1" clrIdx="1"/>
  <p:cmAuthor id="1379" name="方芳芳" initials="方" lastIdx="0" clrIdx="1378"/>
  <p:cmAuthor id="61" name="Charlotte" initials="C" lastIdx="1" clrIdx="60"/>
  <p:cmAuthor id="1380" name="无 游客" initials="无" lastIdx="0" clrIdx="1379"/>
  <p:cmAuthor id="1381" name="lijq" initials="l" lastIdx="0" clrIdx="1380"/>
  <p:cmAuthor id="63" name="未知用户5" initials="未" lastIdx="1" clrIdx="0"/>
  <p:cmAuthor id="1382" name="August" initials="A" lastIdx="0" clrIdx="1381"/>
  <p:cmAuthor id="1383" name="J J" initials="J" lastIdx="0" clrIdx="1382"/>
  <p:cmAuthor id="1384" name="方贤斌" initials="u" lastIdx="0" clrIdx="1383"/>
  <p:cmAuthor id="66" name="未知用户8" initials="未" lastIdx="1" clrIdx="0"/>
  <p:cmAuthor id="1385" name="彭 治港" initials="彭" lastIdx="0" clrIdx="1384"/>
  <p:cmAuthor id="67" name="Unknown User7" initials="U" lastIdx="1" clrIdx="0"/>
  <p:cmAuthor id="1386" name="Yuan Hu" initials="Y" lastIdx="0" clrIdx="1385"/>
  <p:cmAuthor id="68" name="Unknown User8" initials="U" lastIdx="1" clrIdx="0"/>
  <p:cmAuthor id="1387" name="Ying Li" initials="Y" lastIdx="0" clrIdx="1386"/>
  <p:cmAuthor id="69" name="未知用户15" initials="未" lastIdx="1" clrIdx="0"/>
  <p:cmAuthor id="1388" name="徐光宇" initials="徐" lastIdx="0" clrIdx="1387"/>
  <p:cmAuthor id="70" name="未知用户13" initials="未" lastIdx="1" clrIdx="0"/>
  <p:cmAuthor id="1389" name="孙大威" initials="孙" lastIdx="0" clrIdx="1388"/>
  <p:cmAuthor id="71" name="未知用户14" initials="未" lastIdx="1" clrIdx="0"/>
  <p:cmAuthor id="1390" name="王景红" initials="王" lastIdx="0" clrIdx="1389"/>
  <p:cmAuthor id="72" name="Jason Wang" initials="J" lastIdx="1" clrIdx="0"/>
  <p:cmAuthor id="1391" name="Changing Zhuang" initials="C" lastIdx="0" clrIdx="1390"/>
  <p:cmAuthor id="73" name="未知的使用者3" initials="未" lastIdx="0" clrIdx="1"/>
  <p:cmAuthor id="1392" name="奋斗" initials="奋" lastIdx="0" clrIdx="1391"/>
  <p:cmAuthor id="74" name="qiantong" initials="q" lastIdx="3" clrIdx="1"/>
  <p:cmAuthor id="1393" name="对我好的人" initials="" lastIdx="0" clrIdx="1392"/>
  <p:cmAuthor id="75" name="116304" initials="1" lastIdx="1" clrIdx="1"/>
  <p:cmAuthor id="1394" name="梁飞鸿" initials="梁" lastIdx="0" clrIdx="1393"/>
  <p:cmAuthor id="76" name="mi" initials="m" lastIdx="1" clrIdx="26"/>
  <p:cmAuthor id="1395" name="刘盛权" initials="刘" lastIdx="0" clrIdx="1394"/>
  <p:cmAuthor id="77" name="Li Guoliang" initials="LG" lastIdx="1" clrIdx="26"/>
  <p:cmAuthor id="78" name="zhong zhong" initials="zz" lastIdx="8" clrIdx="27"/>
  <p:cmAuthor id="1397" name="小宝" initials="小" lastIdx="0" clrIdx="1396"/>
  <p:cmAuthor id="79" name="郑 秀晶" initials="郑" lastIdx="1" clrIdx="86"/>
  <p:cmAuthor id="1398" name="闫秀丽" initials="闫" lastIdx="0" clrIdx="1397"/>
  <p:cmAuthor id="80" name="周姣" initials="1" lastIdx="1" clrIdx="35"/>
  <p:cmAuthor id="1399" name="10311315" initials="1" lastIdx="0" clrIdx="1398"/>
  <p:cmAuthor id="81" name="未知的使用者53" initials="未" lastIdx="1" clrIdx="0"/>
  <p:cmAuthor id="1400" name="10038422" initials="1" lastIdx="0" clrIdx="1399"/>
  <p:cmAuthor id="82" name="未知的使用者46" initials="未" lastIdx="1" clrIdx="1"/>
  <p:cmAuthor id="1401" name="未知用户359" initials="未" lastIdx="0" clrIdx="1400"/>
  <p:cmAuthor id="83" name="王林10186938" initials="王林10186938" lastIdx="1" clrIdx="41"/>
  <p:cmAuthor id="1402" name="未知用户364" initials="未" lastIdx="0" clrIdx="1401"/>
  <p:cmAuthor id="84" name="LiuHui" initials="" lastIdx="1" clrIdx="0"/>
  <p:cmAuthor id="1403" name="源 王" initials="源王" lastIdx="0" clrIdx="1402"/>
  <p:cmAuthor id="85" name="未知用户16" initials="未" lastIdx="1" clrIdx="0"/>
  <p:cmAuthor id="1404" name="未知用户307" initials="未" lastIdx="0" clrIdx="1403"/>
  <p:cmAuthor id="86" name="未知用户17" initials="未" lastIdx="0" clrIdx="1"/>
  <p:cmAuthor id="1405" name="未知用户400" initials="未" lastIdx="0" clrIdx="1404"/>
  <p:cmAuthor id="87" name="未知用户104" initials="" lastIdx="1" clrIdx="0"/>
  <p:cmAuthor id="1406" name="未知用户308" initials="未" lastIdx="0" clrIdx="1405"/>
  <p:cmAuthor id="88" name="liupeng" initials="l" lastIdx="1" clrIdx="1"/>
  <p:cmAuthor id="1407" name="YANGYU.ZJ" initials="Y" lastIdx="0" clrIdx="1406"/>
  <p:cmAuthor id="89" name="未知的使用者10" initials="" lastIdx="3" clrIdx="1"/>
  <p:cmAuthor id="1408" name="zhao jia" initials="zj" lastIdx="0" clrIdx="1407"/>
  <p:cmAuthor id="90" name="luxu" initials="l" lastIdx="22" clrIdx="0"/>
  <p:cmAuthor id="1409" name="亮虹 朱" initials="亮朱" lastIdx="0" clrIdx="1408"/>
  <p:cmAuthor id="91" name="吴军" initials="吴" lastIdx="1" clrIdx="0"/>
  <p:cmAuthor id="1410" name="无聊" initials="无" lastIdx="0" clrIdx="1409"/>
  <p:cmAuthor id="92" name="未知的使用者50" initials="未" lastIdx="1" clrIdx="0"/>
  <p:cmAuthor id="1411" name="杨俏" initials="杨" lastIdx="0" clrIdx="1410"/>
  <p:cmAuthor id="93" name="未知的使用者48" initials="未" lastIdx="1" clrIdx="0"/>
  <p:cmAuthor id="1412" name="小弦切切如私语" initials="小" lastIdx="0" clrIdx="1411"/>
  <p:cmAuthor id="94" name="未知的使用者49" initials="未" lastIdx="1" clrIdx="0"/>
  <p:cmAuthor id="1413" name="小郭" initials="小" lastIdx="0" clrIdx="1412"/>
  <p:cmAuthor id="95" name="未知用户22" initials="未" lastIdx="1" clrIdx="0"/>
  <p:cmAuthor id="1414" name="L先生" initials="L" lastIdx="0" clrIdx="1413"/>
  <p:cmAuthor id="96" name="未知用户24" initials="未" lastIdx="1" clrIdx="0"/>
  <p:cmAuthor id="1415" name="虞新颖_36fmV3QV" initials="authorId_321496044" lastIdx="0" clrIdx="1414"/>
  <p:cmAuthor id="97" name="Mary Feil-Jacobs" initials="M" lastIdx="43" clrIdx="1"/>
  <p:cmAuthor id="1416" name="huzhaoji" initials="h" lastIdx="0" clrIdx="1415"/>
  <p:cmAuthor id="1417" name="ning" initials="n" lastIdx="0" clrIdx="1416"/>
  <p:cmAuthor id="1418" name="mouse zz" initials="mz" lastIdx="0" clrIdx="1417"/>
  <p:cmAuthor id="100" name="djj" initials="d" lastIdx="2" clrIdx="0"/>
  <p:cmAuthor id="1419" name="王" initials="王" lastIdx="0" clrIdx="1418"/>
  <p:cmAuthor id="101" name="未知的使用者16" initials="" lastIdx="6" clrIdx="0"/>
  <p:cmAuthor id="1420" name="冰糖雪梨不加糖" initials="冰" lastIdx="0" clrIdx="1419"/>
  <p:cmAuthor id="102" name="lianghb" initials="l" lastIdx="19" clrIdx="0"/>
  <p:cmAuthor id="1421" name="longyamei-1" initials="l" lastIdx="0" clrIdx="1420"/>
  <p:cmAuthor id="103" name="Shawna Strickland" initials="S" lastIdx="2" clrIdx="0"/>
  <p:cmAuthor id="1422" name="liuff" initials="l" lastIdx="0" clrIdx="1421"/>
  <p:cmAuthor id="104" name="linyd" initials="l" lastIdx="3" clrIdx="1"/>
  <p:cmAuthor id="1423" name="8615305711863" initials="chenh.zj" lastIdx="0" clrIdx="1422"/>
  <p:cmAuthor id="105" name="Ashley Eberenz" initials="A" lastIdx="7" clrIdx="1"/>
  <p:cmAuthor id="1424" name="未知用户127" initials="未知用户127" lastIdx="0" clrIdx="1423"/>
  <p:cmAuthor id="106" name="muzi wei" initials="m" lastIdx="1" clrIdx="0"/>
  <p:cmAuthor id="1425" name="高飞" initials="高" lastIdx="0" clrIdx="1424"/>
  <p:cmAuthor id="107" name="周元元" initials="" lastIdx="5" clrIdx="0"/>
  <p:cmAuthor id="1426" name="xzb1" initials="x" lastIdx="0" clrIdx="1425"/>
  <p:cmAuthor id="108" name="未知用户56" initials="未" lastIdx="1" clrIdx="0"/>
  <p:cmAuthor id="1427" name="李若露" initials="1" lastIdx="0" clrIdx="1426"/>
  <p:cmAuthor id="109" name="未知用户55" initials="未" lastIdx="1" clrIdx="0"/>
  <p:cmAuthor id="1428" name="10088663" initials="1" lastIdx="0" clrIdx="1427"/>
  <p:cmAuthor id="110" name="未知用户51" initials="未" lastIdx="1" clrIdx="1"/>
  <p:cmAuthor id="1429" name="WPS_1601454473" initials="W" lastIdx="0" clrIdx="1428"/>
  <p:cmAuthor id="111" name="LeeElva" initials="L" lastIdx="1" clrIdx="0"/>
  <p:cmAuthor id="1430" name="王 一鸣" initials="王" lastIdx="0" clrIdx="1429"/>
  <p:cmAuthor id="1431" name="zgdx" initials="z" lastIdx="0" clrIdx="1430"/>
  <p:cmAuthor id="113" name="未知的使用者36" initials="未" lastIdx="10" clrIdx="0"/>
  <p:cmAuthor id="1432" name="潘大星" initials="潘" lastIdx="0" clrIdx="1431"/>
  <p:cmAuthor id="114" name="未知的使用者35" initials="未" lastIdx="1" clrIdx="0"/>
  <p:cmAuthor id="1433" name="fumiao" initials="f" lastIdx="0" clrIdx="1432"/>
  <p:cmAuthor id="115" name="未知的使用者33" initials="未" lastIdx="1" clrIdx="0"/>
  <p:cmAuthor id="1434" name="Ian Sharpe" initials="I" lastIdx="0" clrIdx="1433"/>
  <p:cmAuthor id="116" name="AbuSina" initials="" lastIdx="2" clrIdx="0"/>
  <p:cmAuthor id="1435" name="李昊" initials="山" lastIdx="0" clrIdx="1434"/>
  <p:cmAuthor id="117" name="未知的使用者34" initials="未" lastIdx="1" clrIdx="0"/>
  <p:cmAuthor id="1436" name="唐 赛" initials="唐" lastIdx="0" clrIdx="1435"/>
  <p:cmAuthor id="118" name="未知用户25" initials="未" lastIdx="1" clrIdx="0"/>
  <p:cmAuthor id="287643681" name="殷格非" initials="殷" lastIdx="2" clrIdx="0"/>
  <p:cmAuthor id="1437" name="朱江" initials="朱" lastIdx="0" clrIdx="1436"/>
  <p:cmAuthor id="119" name="未知用户28" initials="未" lastIdx="5" clrIdx="1"/>
  <p:cmAuthor id="287643682" name="z r" initials="zr" lastIdx="5" clrIdx="12"/>
  <p:cmAuthor id="1465062222" name="WPS_1672902273" initials="W" lastIdx="1" clrIdx="66"/>
  <p:cmAuthor id="1438" name="郝佳宁" initials="郝" lastIdx="0" clrIdx="1437"/>
  <p:cmAuthor id="120" name="未知用户27" initials="未" lastIdx="1" clrIdx="1"/>
  <p:cmAuthor id="287643683" name="8310" initials="8" lastIdx="1" clrIdx="35"/>
  <p:cmAuthor id="1439" name="王红信" initials="王" lastIdx="0" clrIdx="1438"/>
  <p:cmAuthor id="121" name="未知用户12" initials="未" lastIdx="8" clrIdx="0"/>
  <p:cmAuthor id="287643684" name="Aqf" initials="A" lastIdx="1" clrIdx="36"/>
  <p:cmAuthor id="1440" name="yanli yang" initials="yy" lastIdx="0" clrIdx="1439"/>
  <p:cmAuthor id="122" name="未知的使用者37" initials="未" lastIdx="8" clrIdx="0"/>
  <p:cmAuthor id="287643685" name="13709759491@139.com" initials="1" lastIdx="1" clrIdx="49"/>
  <p:cmAuthor id="1441" name="wingheart" initials="w" lastIdx="0" clrIdx="1440"/>
  <p:cmAuthor id="123" name="Harry xu" initials="H" lastIdx="1" clrIdx="0"/>
  <p:cmAuthor id="1442" name="m15975594403@163.com" initials="m" lastIdx="0" clrIdx="1441"/>
  <p:cmAuthor id="124" name="未知的使用者59" initials="未" lastIdx="8" clrIdx="0"/>
  <p:cmAuthor id="1443" name="xbany" initials="xb21cn" lastIdx="0" clrIdx="1442"/>
  <p:cmAuthor id="125" name="未知的使用者60" initials="未" lastIdx="1" clrIdx="0"/>
  <p:cmAuthor id="1444" name="q" initials="q" lastIdx="0" clrIdx="1443"/>
  <p:cmAuthor id="126" name="未知的使用者54" initials="未" lastIdx="1" clrIdx="0"/>
  <p:cmAuthor id="1445" name="任 亚乐" initials="任" lastIdx="0" clrIdx="1444"/>
  <p:cmAuthor id="127" name="未知用户47" initials="未" lastIdx="6" clrIdx="0"/>
  <p:cmAuthor id="1446" name="夏芷欣" initials="夏" lastIdx="0" clrIdx="1445"/>
  <p:cmAuthor id="128" name="未知用户53" initials="未" lastIdx="10" clrIdx="0"/>
  <p:cmAuthor id="1447" name="万 春羽" initials="万" lastIdx="0" clrIdx="1446"/>
  <p:cmAuthor id="129" name="未知用户48" initials="未" lastIdx="1" clrIdx="0"/>
  <p:cmAuthor id="1448" name="张心叶" initials="张心叶" lastIdx="0" clrIdx="1447"/>
  <p:cmAuthor id="130" name="未知用户49" initials="未" lastIdx="1" clrIdx="0"/>
  <p:cmAuthor id="1449" name="谢美娟00091379" initials="谢" lastIdx="0" clrIdx="1448"/>
  <p:cmAuthor id="131" name="未知的使用者56" initials="未" lastIdx="6" clrIdx="0"/>
  <p:cmAuthor id="1450" name="唐芸" initials="唐" lastIdx="0" clrIdx="1449"/>
  <p:cmAuthor id="132" name="未知的使用者61" initials="未" lastIdx="1" clrIdx="0"/>
  <p:cmAuthor id="1451" name="10039985" initials="1" lastIdx="0" clrIdx="1450"/>
  <p:cmAuthor id="133" name="未知的使用者62" initials="未" lastIdx="1" clrIdx="1"/>
  <p:cmAuthor id="1452" name="10223621" initials="1" lastIdx="0" clrIdx="1451"/>
  <p:cmAuthor id="134" name="未知的使用者58" initials="未" lastIdx="1" clrIdx="0"/>
  <p:cmAuthor id="1453" name="00001457" initials="0" lastIdx="0" clrIdx="1452"/>
  <p:cmAuthor id="135" name="未知用户50" initials="未" lastIdx="1" clrIdx="0"/>
  <p:cmAuthor id="1454" name="ZTE Zhou" initials="A" lastIdx="0" clrIdx="1453"/>
  <p:cmAuthor id="136" name="未知用户52" initials="未" lastIdx="1" clrIdx="0"/>
  <p:cmAuthor id="1455" name="MA YOU" initials="M" lastIdx="0" clrIdx="1454"/>
  <p:cmAuthor id="137" name="未知的使用者120" initials="未" lastIdx="1" clrIdx="0"/>
  <p:cmAuthor id="1456" name="Unknown User116" initials="U" lastIdx="0" clrIdx="1455"/>
  <p:cmAuthor id="138" name="未知的使用者109" initials="未" lastIdx="5" clrIdx="1"/>
  <p:cmAuthor id="1457" name="未知用户186" initials="未" lastIdx="0" clrIdx="1456"/>
  <p:cmAuthor id="139" name="未知的使用者110" initials="未" lastIdx="1" clrIdx="1"/>
  <p:cmAuthor id="1458" name="bu" initials="b" lastIdx="0" clrIdx="1457"/>
  <p:cmAuthor id="140" name="未知的使用者111" initials="未" lastIdx="1" clrIdx="0"/>
  <p:cmAuthor id="1459" name="周文_R7fau6bq" initials="authorId_265585642" lastIdx="0" clrIdx="1458"/>
  <p:cmAuthor id="141" name="未知的使用者121" initials="未" lastIdx="1" clrIdx="0"/>
  <p:cmAuthor id="1460" name="v-maiwanj" initials="v" lastIdx="0" clrIdx="1459"/>
  <p:cmAuthor id="142" name="thomas" initials="t" lastIdx="1" clrIdx="49"/>
  <p:cmAuthor id="1461" name="xuan" initials="x" lastIdx="0" clrIdx="1460"/>
  <p:cmAuthor id="143" name="未知的使用者113" initials="未" lastIdx="1" clrIdx="0"/>
  <p:cmAuthor id="1462" name="王旭" initials="王" lastIdx="0" clrIdx="1461"/>
  <p:cmAuthor id="144" name="未知的使用者122" initials="未" lastIdx="1" clrIdx="0"/>
  <p:cmAuthor id="1463" name="罗艺萌" initials="罗" lastIdx="0" clrIdx="1462"/>
  <p:cmAuthor id="145" name="未知的使用者123" initials="未" lastIdx="8" clrIdx="0"/>
  <p:cmAuthor id="1464" name="改变" initials="改" lastIdx="0" clrIdx="1463"/>
  <p:cmAuthor id="146" name="未知的使用者124" initials="未" lastIdx="8" clrIdx="0"/>
  <p:cmAuthor id="1465" name="skyblue2009" initials="s" lastIdx="0" clrIdx="1464"/>
  <p:cmAuthor id="147" name="未知的使用者125" initials="未" lastIdx="1" clrIdx="0"/>
  <p:cmAuthor id="1466" name="chenhx" initials="c" lastIdx="0" clrIdx="1465"/>
  <p:cmAuthor id="148" name="未知的使用者118" initials="未" lastIdx="1" clrIdx="0"/>
  <p:cmAuthor id="1467" name="李强" initials="A" lastIdx="0" clrIdx="1466"/>
  <p:cmAuthor id="149" name="未知的使用者126" initials="未" lastIdx="1" clrIdx="0"/>
  <p:cmAuthor id="1468" name="李靖媛|lijingyuan1" initials="李" lastIdx="0" clrIdx="1467"/>
  <p:cmAuthor id="210492765" name="施普希（菜菜）" initials="施" lastIdx="0" clrIdx="0"/>
  <p:cmAuthor id="1469" name="曹劲然" initials="曹" lastIdx="0" clrIdx="1468"/>
  <p:cmAuthor id="150" name="未知用户57" initials="未" lastIdx="1" clrIdx="0"/>
  <p:cmAuthor id="210492766" name="yu 1" initials="y1" lastIdx="1" clrIdx="19"/>
  <p:cmAuthor id="1470" name="桃豆豆" initials="桃" lastIdx="0" clrIdx="1469"/>
  <p:cmAuthor id="151" name="未知用户58" initials="未" lastIdx="5" clrIdx="1"/>
  <p:cmAuthor id="152" name="未知用户59" initials="未" lastIdx="0" clrIdx="1"/>
  <p:cmAuthor id="1471" name="张晶" initials="张" lastIdx="0" clrIdx="1470"/>
  <p:cmAuthor id="153" name="yuexuejun" initials="y" lastIdx="3" clrIdx="0"/>
  <p:cmAuthor id="1472" name="董星星" initials="董" lastIdx="0" clrIdx="1471"/>
  <p:cmAuthor id="154" name="未知的使用者74" initials="未" lastIdx="8" clrIdx="0"/>
  <p:cmAuthor id="1473" name=" -AgI" initials=" " lastIdx="0" clrIdx="1472"/>
  <p:cmAuthor id="155" name="未知的使用者76" initials="未" lastIdx="1" clrIdx="0"/>
  <p:cmAuthor id="1474" name="段江" initials="段" lastIdx="0" clrIdx="1473"/>
  <p:cmAuthor id="156" name="未知的使用者70" initials="未" lastIdx="1" clrIdx="0"/>
  <p:cmAuthor id="1475" name="王凯" initials="王" lastIdx="0" clrIdx="1474"/>
  <p:cmAuthor id="157" name="未知的使用者73" initials="未" lastIdx="1" clrIdx="0"/>
  <p:cmAuthor id="1476" name="袖盈嘉茉" initials="袖" lastIdx="0" clrIdx="1475"/>
  <p:cmAuthor id="158" name="未知的使用者67" initials="未" lastIdx="8" clrIdx="0"/>
  <p:cmAuthor id="1477" name="等我有" initials="等" lastIdx="0" clrIdx="1476"/>
  <p:cmAuthor id="159" name="未知的使用者68" initials="未" lastIdx="1" clrIdx="0"/>
  <p:cmAuthor id="1478" name="泡泡" initials="泡" lastIdx="0" clrIdx="1477"/>
  <p:cmAuthor id="160" name="未知的使用者69" initials="未" lastIdx="1" clrIdx="0"/>
  <p:cmAuthor id="1479" name="小粟勺" initials="小" lastIdx="0" clrIdx="1478"/>
  <p:cmAuthor id="161" name="未知的使用者43" initials="未" lastIdx="1" clrIdx="0"/>
  <p:cmAuthor id="1480" name="月亮是我啃弯的" initials="月" lastIdx="0" clrIdx="1479"/>
  <p:cmAuthor id="162" name="未知的使用者40" initials="未" lastIdx="1" clrIdx="0"/>
  <p:cmAuthor id="1481" name="Hey！Judy" initials="H" lastIdx="0" clrIdx="1480"/>
  <p:cmAuthor id="163" name="未知的使用者55" initials="未" lastIdx="1" clrIdx="0"/>
  <p:cmAuthor id="1482" name="陆森" initials="陆" lastIdx="0" clrIdx="1481"/>
  <p:cmAuthor id="164" name="未知的使用者52" initials="未" lastIdx="1" clrIdx="1"/>
  <p:cmAuthor id="1483" name="小耳朵图图" initials="小" lastIdx="0" clrIdx="1482"/>
  <p:cmAuthor id="165" name="未知的使用者72" initials="未" lastIdx="1" clrIdx="0"/>
  <p:cmAuthor id="1484" name="时光" initials="时" lastIdx="0" clrIdx="1483"/>
  <p:cmAuthor id="166" name="未知的使用者71" initials="未" lastIdx="1" clrIdx="1"/>
  <p:cmAuthor id="1485" name="Frank" initials="F" lastIdx="0" clrIdx="1484"/>
  <p:cmAuthor id="167" name="未知用户106" initials="未" lastIdx="1" clrIdx="0"/>
  <p:cmAuthor id="1486" name="黄炜" initials="黄" lastIdx="0" clrIdx="1485"/>
  <p:cmAuthor id="168" name="不明使用者21" initials="不" lastIdx="1" clrIdx="0"/>
  <p:cmAuthor id="1487" name="wswsbo" initials="w" lastIdx="0" clrIdx="1486"/>
  <p:cmAuthor id="169" name="不明使用者18" initials="不" lastIdx="0" clrIdx="1"/>
  <p:cmAuthor id="1488" name="殷一非" initials="殷" lastIdx="0" clrIdx="1487"/>
  <p:cmAuthor id="170" name="不明使用者19" initials="不" lastIdx="1" clrIdx="0"/>
  <p:cmAuthor id="1489" name="zs_zengxy" initials="z" lastIdx="0" clrIdx="1488"/>
  <p:cmAuthor id="171" name="未知用户2" initials="未" lastIdx="1" clrIdx="0"/>
  <p:cmAuthor id="172" name="未知用户93" initials="未" lastIdx="1" clrIdx="0"/>
  <p:cmAuthor id="1491" name="xingwei hou" initials="xh" lastIdx="0" clrIdx="1490"/>
  <p:cmAuthor id="173" name="未知用户90" initials="未" lastIdx="5" clrIdx="1"/>
  <p:cmAuthor id="1492" name="孟雪丽|mengxueli" initials="孟" lastIdx="0" clrIdx="1491"/>
  <p:cmAuthor id="174" name="未知用户91" initials="未" lastIdx="0" clrIdx="1"/>
  <p:cmAuthor id="175" name="未知用户92" initials="未" lastIdx="1" clrIdx="0"/>
  <p:cmAuthor id="1494" name="10319231" initials="1" lastIdx="0" clrIdx="1493"/>
  <p:cmAuthor id="176" name="未知用户74" initials="未" lastIdx="5" clrIdx="1"/>
  <p:cmAuthor id="1495" name="t18221" initials="t" lastIdx="0" clrIdx="1494"/>
  <p:cmAuthor id="177" name="未知用户75" initials="未" lastIdx="8" clrIdx="0"/>
  <p:cmAuthor id="1496" name="NTKO" initials="H" lastIdx="0" clrIdx="1495"/>
  <p:cmAuthor id="178" name="未知用户76" initials="未" lastIdx="1" clrIdx="0"/>
  <p:cmAuthor id="1497" name="GameWin" initials="G" lastIdx="0" clrIdx="1496"/>
  <p:cmAuthor id="179" name="未知用户77" initials="未" lastIdx="8" clrIdx="0"/>
  <p:cmAuthor id="1498" name="董涛" initials="董" lastIdx="0" clrIdx="1497"/>
  <p:cmAuthor id="180" name="未知用户78" initials="未" lastIdx="8" clrIdx="0"/>
  <p:cmAuthor id="1499" name="10078380" initials="1" lastIdx="0" clrIdx="1498"/>
  <p:cmAuthor id="181" name="未知用户79" initials="未" lastIdx="1" clrIdx="0"/>
  <p:cmAuthor id="1500" name="张建勇" initials="u" lastIdx="0" clrIdx="1499"/>
  <p:cmAuthor id="182" name="未知用户80" initials="未" lastIdx="1" clrIdx="0"/>
  <p:cmAuthor id="1501" name="VK" initials="V" lastIdx="0" clrIdx="1500"/>
  <p:cmAuthor id="183" name="未知用户81" initials="未" lastIdx="1" clrIdx="0"/>
  <p:cmAuthor id="1502" name="宋晓龙" initials="宋" lastIdx="0" clrIdx="1501"/>
  <p:cmAuthor id="184" name="未知的使用者95" initials="未" lastIdx="1" clrIdx="0"/>
  <p:cmAuthor id="1503" name="安广翔" initials="安" lastIdx="0" clrIdx="1502"/>
  <p:cmAuthor id="185" name="未知的使用者92" initials="未" lastIdx="1" clrIdx="0"/>
  <p:cmAuthor id="1504" name="李辉" initials="A" lastIdx="0" clrIdx="1503"/>
  <p:cmAuthor id="186" name="未知的使用者93" initials="未" lastIdx="1" clrIdx="1"/>
  <p:cmAuthor id="1505" name="tiger" initials="t" lastIdx="0" clrIdx="1504"/>
  <p:cmAuthor id="187" name="未知的使用者94" initials="未" lastIdx="1" clrIdx="2"/>
  <p:cmAuthor id="1506" name="翔 姚" initials="翔" lastIdx="0" clrIdx="1505"/>
  <p:cmAuthor id="188" name="Christina" initials="C" lastIdx="0" clrIdx="0"/>
  <p:cmAuthor id="1507" name="66030012@UE" initials="w" lastIdx="0" clrIdx="1506"/>
  <p:cmAuthor id="1508" name="pan hanqi" initials="ph" lastIdx="0" clrIdx="1507"/>
  <p:cmAuthor id="190" name="未知用户61" initials="未" lastIdx="8" clrIdx="0"/>
  <p:cmAuthor id="1509" name="flystar" initials="f" lastIdx="0" clrIdx="1508"/>
  <p:cmAuthor id="191" name="未知用户60" initials="未" lastIdx="1" clrIdx="0"/>
  <p:cmAuthor id="1510" name="QQ" initials="Q" lastIdx="0" clrIdx="1509"/>
  <p:cmAuthor id="192" name="Unknown User24" initials="U" lastIdx="1" clrIdx="0"/>
  <p:cmAuthor id="1511" name="Montage" initials="M" lastIdx="0" clrIdx="1510"/>
  <p:cmAuthor id="193" name="Unknown User25" initials="U" lastIdx="1" clrIdx="0"/>
  <p:cmAuthor id="1512" name="刘琦" initials="L" lastIdx="0" clrIdx="1511"/>
  <p:cmAuthor id="194" name="Unknown User26" initials="U" lastIdx="1" clrIdx="1"/>
  <p:cmAuthor id="1513" name="13910" initials="1" lastIdx="0" clrIdx="1512"/>
  <p:cmAuthor id="195" name="Unknown User27" initials="U" lastIdx="1" clrIdx="0"/>
  <p:cmAuthor id="1514" name="HUAWEI" initials="H" lastIdx="0" clrIdx="1513"/>
  <p:cmAuthor id="196" name="Unknown User28" initials="U" lastIdx="3" clrIdx="1"/>
  <p:cmAuthor id="1515" name="Lee 13" initials="L1" lastIdx="0" clrIdx="1514"/>
  <p:cmAuthor id="197" name="Unknown User11" initials="U" lastIdx="0" clrIdx="1"/>
  <p:cmAuthor id="1516" name="John" initials="" lastIdx="0" clrIdx="1515"/>
  <p:cmAuthor id="198" name="Unknown User22" initials="U" lastIdx="1" clrIdx="0"/>
  <p:cmAuthor id="1517" name="10025093" initials="" lastIdx="0" clrIdx="1516"/>
  <p:cmAuthor id="199" name="Unknown User23" initials="U" lastIdx="1" clrIdx="0"/>
  <p:cmAuthor id="1518" name="zdxlz" initials="z" lastIdx="0" clrIdx="1517"/>
  <p:cmAuthor id="200" name="未知的使用者112" initials="未" lastIdx="1" clrIdx="1"/>
  <p:cmAuthor id="1519" name="张燕" initials="" lastIdx="0" clrIdx="1518"/>
  <p:cmAuthor id="201" name="未知的使用者107" initials="未" lastIdx="1" clrIdx="0"/>
  <p:cmAuthor id="1520" name="xudi" initials="x" lastIdx="0" clrIdx="1519"/>
  <p:cmAuthor id="202" name="未知的使用者108" initials="未" lastIdx="1" clrIdx="1"/>
  <p:cmAuthor id="1521" name="朱常宝10028539" initials="" lastIdx="0" clrIdx="1520"/>
  <p:cmAuthor id="203" name="未知的使用者98" initials="未" lastIdx="1" clrIdx="2"/>
  <p:cmAuthor id="1522" name="10066351" initials="" lastIdx="0" clrIdx="1521"/>
  <p:cmAuthor id="204" name="未知的使用者145" initials="未" lastIdx="1" clrIdx="0"/>
  <p:cmAuthor id="1523" name="SSSX" initials="Lee" lastIdx="0" clrIdx="1522"/>
  <p:cmAuthor id="205" name="未知的使用者146" initials="未" lastIdx="1" clrIdx="0"/>
  <p:cmAuthor id="1524" name="qdyy619" initials="q" lastIdx="0" clrIdx="1523"/>
  <p:cmAuthor id="206" name="未知的使用者147" initials="未" lastIdx="1" clrIdx="1"/>
  <p:cmAuthor id="1525" name="姚琪" initials="姚" lastIdx="0" clrIdx="1524"/>
  <p:cmAuthor id="207" name="未知的使用者144" initials="未" lastIdx="1" clrIdx="2"/>
  <p:cmAuthor id="1526" name="Kiko" initials="K" lastIdx="0" clrIdx="1525"/>
  <p:cmAuthor id="208" name="未知的使用者133" initials="未" lastIdx="1" clrIdx="0"/>
  <p:cmAuthor id="1527" name="hsm" initials="h" lastIdx="0" clrIdx="1526"/>
  <p:cmAuthor id="209" name="未知的使用者134" initials="未" lastIdx="1" clrIdx="0"/>
  <p:cmAuthor id="1528" name="曹宁" initials="曹" lastIdx="0" clrIdx="1527"/>
  <p:cmAuthor id="210" name="未知的使用者135" initials="未" lastIdx="2" clrIdx="0"/>
  <p:cmAuthor id="1529" name="刘圣保" initials="刘" lastIdx="0" clrIdx="1528"/>
  <p:cmAuthor id="211" name="未知的使用者136" initials="未" lastIdx="1" clrIdx="0"/>
  <p:cmAuthor id="1530" name="wuc" initials="w" lastIdx="0" clrIdx="1529"/>
  <p:cmAuthor id="212" name="未知的使用者137" initials="未" lastIdx="5" clrIdx="0"/>
  <p:cmAuthor id="1531" name="周欣" initials="周" lastIdx="0" clrIdx="1530"/>
  <p:cmAuthor id="213" name="未知的使用者138" initials="未" lastIdx="10" clrIdx="0"/>
  <p:cmAuthor id="1532" name="中星 叶" initials="中" lastIdx="0" clrIdx="1531"/>
  <p:cmAuthor id="214" name="未知的使用者139" initials="未" lastIdx="1" clrIdx="0"/>
  <p:cmAuthor id="1533" name="倚海听风" initials="倚" lastIdx="0" clrIdx="1532"/>
  <p:cmAuthor id="215" name="未知的使用者140" initials="未" lastIdx="1" clrIdx="1"/>
  <p:cmAuthor id="1534" name="王丽" initials="王" lastIdx="0" clrIdx="1533"/>
  <p:cmAuthor id="216" name="未知的使用者197" initials="未" lastIdx="8" clrIdx="0"/>
  <p:cmAuthor id="1535" name="Johnny Hsieh" initials="J" lastIdx="0" clrIdx="1534"/>
  <p:cmAuthor id="217" name="未知的使用者162" initials="未" lastIdx="8" clrIdx="0"/>
  <p:cmAuthor id="1536" name="fafa" initials="f" lastIdx="0" clrIdx="1535"/>
  <p:cmAuthor id="218" name="未知的使用者163" initials="未" lastIdx="1" clrIdx="0"/>
  <p:cmAuthor id="1537" name="panjm" initials="p" lastIdx="0" clrIdx="1536"/>
  <p:cmAuthor id="219" name="未知的使用者170" initials="未" lastIdx="0" clrIdx="1"/>
  <p:cmAuthor id="1538" name="高俊" initials="高" lastIdx="0" clrIdx="1537"/>
  <p:cmAuthor id="220" name="未知的使用者165" initials="未" lastIdx="1" clrIdx="0"/>
  <p:cmAuthor id="1539" name="Jiaxi Wang" initials="JW" lastIdx="0" clrIdx="1538"/>
  <p:cmAuthor id="221" name="未知的使用者158" initials="未" lastIdx="1" clrIdx="0"/>
  <p:cmAuthor id="1540" name="未知用户471" initials="未" lastIdx="0" clrIdx="1539"/>
  <p:cmAuthor id="222" name="未知的使用者148" initials="未" lastIdx="5" clrIdx="0"/>
  <p:cmAuthor id="1541" name="未知用户473" initials="未" lastIdx="0" clrIdx="1540"/>
  <p:cmAuthor id="223" name="未知的使用者149" initials="未" lastIdx="10" clrIdx="0"/>
  <p:cmAuthor id="1542" name="未知用户474" initials="未" lastIdx="0" clrIdx="1541"/>
  <p:cmAuthor id="224" name="未知的使用者150" initials="未" lastIdx="1" clrIdx="0"/>
  <p:cmAuthor id="1543" name="未知用户476" initials="未" lastIdx="0" clrIdx="1542"/>
  <p:cmAuthor id="225" name="未知的使用者166" initials="未" lastIdx="8" clrIdx="0"/>
  <p:cmAuthor id="1544" name="未知用户489" initials="未" lastIdx="0" clrIdx="1543"/>
  <p:cmAuthor id="226" name="未知的使用者167" initials="未" lastIdx="0" clrIdx="1"/>
  <p:cmAuthor id="1545" name="未知用户477" initials="未" lastIdx="0" clrIdx="1544"/>
  <p:cmAuthor id="227" name="未知的使用者159" initials="未" lastIdx="1" clrIdx="1"/>
  <p:cmAuthor id="1546" name="未知用户483" initials="未" lastIdx="0" clrIdx="1545"/>
  <p:cmAuthor id="228" name="未知的使用者160" initials="未" lastIdx="1" clrIdx="0"/>
  <p:cmAuthor id="1547" name="Liyangjun" initials="L" lastIdx="0" clrIdx="1546"/>
  <p:cmAuthor id="229" name="未知的使用者168" initials="未" lastIdx="1" clrIdx="0"/>
  <p:cmAuthor id="1548" name="伟烨LIN" initials="伟" lastIdx="0" clrIdx="1547"/>
  <p:cmAuthor id="230" name="未知的使用者169" initials="未" lastIdx="1" clrIdx="0"/>
  <p:cmAuthor id="1549" name="WPS_1559632127" initials="W" lastIdx="0" clrIdx="1548"/>
  <p:cmAuthor id="231" name="未知的使用者117" initials="未" lastIdx="1" clrIdx="0"/>
  <p:cmAuthor id="1550" name="林桦桦" initials="林" lastIdx="0" clrIdx="1549"/>
  <p:cmAuthor id="232" name="未知的使用者115" initials="未" lastIdx="1" clrIdx="1"/>
  <p:cmAuthor id="1551" name="sw" initials="s" lastIdx="0" clrIdx="1550"/>
  <p:cmAuthor id="233" name="未知的使用者119" initials="未" lastIdx="1" clrIdx="2"/>
  <p:cmAuthor id="1552" name="cheng" initials="c" lastIdx="0" clrIdx="1551"/>
  <p:cmAuthor id="1553" name="裴煜" initials="裴" lastIdx="0" clrIdx="1552"/>
  <p:cmAuthor id="235" name="未知用户6" initials="未" lastIdx="1" clrIdx="0"/>
  <p:cmAuthor id="1554" name="8618608404186" initials="" lastIdx="0" clrIdx="1553"/>
  <p:cmAuthor id="236" name="未知用户7" initials="未" lastIdx="1" clrIdx="0"/>
  <p:cmAuthor id="1555" name="佳" initials="佳" lastIdx="0" clrIdx="1554"/>
  <p:cmAuthor id="237" name="未知的使用者198" initials="未" lastIdx="1" clrIdx="0"/>
  <p:cmAuthor id="332576854" name="星星如约" initials="星" lastIdx="3" clrIdx="299"/>
  <p:cmAuthor id="1556" name="肖琼" initials="肖琼" lastIdx="0" clrIdx="1555"/>
  <p:cmAuthor id="238" name="未知的使用者205" initials="未" lastIdx="0" clrIdx="1"/>
  <p:cmAuthor id="1557" name="廖爽亚" initials="廖" lastIdx="0" clrIdx="1556"/>
  <p:cmAuthor id="239" name="未知的使用者200" initials="未" lastIdx="1" clrIdx="0"/>
  <p:cmAuthor id="1558" name="James Conard" initials="J" lastIdx="0" clrIdx="1557"/>
  <p:cmAuthor id="240" name="未知的使用者181" initials="未" lastIdx="1" clrIdx="0"/>
  <p:cmAuthor id="1559" name="daliang xu" initials="d" lastIdx="0" clrIdx="1558"/>
  <p:cmAuthor id="241" name="未知的使用者194" initials="未" lastIdx="1" clrIdx="0"/>
  <p:cmAuthor id="1560" name="liuhao24" initials="l" lastIdx="0" clrIdx="1559"/>
  <p:cmAuthor id="242" name="未知的使用者182" initials="未" lastIdx="1" clrIdx="0"/>
  <p:cmAuthor id="1561" name="闪电杰尼" initials="闪" lastIdx="0" clrIdx="1560"/>
  <p:cmAuthor id="243" name="未知的使用者183" initials="未" lastIdx="2" clrIdx="0"/>
  <p:cmAuthor id="1562" name="t-1i-caiwu" initials="t" lastIdx="0" clrIdx="1561"/>
  <p:cmAuthor id="244" name="未知的使用者184" initials="未" lastIdx="8" clrIdx="0"/>
  <p:cmAuthor id="1563" name="建璋" initials="建" lastIdx="0" clrIdx="1562"/>
  <p:cmAuthor id="245" name="未知的使用者185" initials="未" lastIdx="5" clrIdx="0"/>
  <p:cmAuthor id="1564" name="郑由星_外网" initials="郑" lastIdx="0" clrIdx="1563"/>
  <p:cmAuthor id="246" name="未知的使用者186" initials="未" lastIdx="10" clrIdx="0"/>
  <p:cmAuthor id="1565" name="未知用户410" initials="未" lastIdx="0" clrIdx="1564"/>
  <p:cmAuthor id="247" name="未知的使用者187" initials="未" lastIdx="1" clrIdx="0"/>
  <p:cmAuthor id="1566" name="liuxie" initials="l" lastIdx="0" clrIdx="1565"/>
  <p:cmAuthor id="248" name="未知的使用者201" initials="未" lastIdx="8" clrIdx="0"/>
  <p:cmAuthor id="1567" name="xq" initials="x" lastIdx="0" clrIdx="1566"/>
  <p:cmAuthor id="249" name="未知的使用者202" initials="未" lastIdx="0" clrIdx="1"/>
  <p:cmAuthor id="1568" name="sdzz-syy" initials="s" lastIdx="0" clrIdx="1567"/>
  <p:cmAuthor id="250" name="未知的使用者171" initials="未" lastIdx="3" clrIdx="1"/>
  <p:cmAuthor id="1569" name="赵 璐" initials="赵" lastIdx="0" clrIdx="1568"/>
  <p:cmAuthor id="251" name="未知的使用者195" initials="未" lastIdx="1" clrIdx="1"/>
  <p:cmAuthor id="1570" name="丁诚" initials="丁" lastIdx="0" clrIdx="1569"/>
  <p:cmAuthor id="252" name="未知的使用者173" initials="未" lastIdx="6" clrIdx="0"/>
  <p:cmAuthor id="1571" name="chenzheng4" initials="c" lastIdx="0" clrIdx="1570"/>
  <p:cmAuthor id="253" name="未知的使用者196" initials="未" lastIdx="1" clrIdx="0"/>
  <p:cmAuthor id="1572" name="guoge" initials="g" lastIdx="0" clrIdx="1571"/>
  <p:cmAuthor id="254" name="未知的使用者175" initials="未" lastIdx="2" clrIdx="0"/>
  <p:cmAuthor id="1573" name="CVTEr" initials="C" lastIdx="0" clrIdx="1572"/>
  <p:cmAuthor id="255" name="未知的使用者203" initials="未" lastIdx="1" clrIdx="0"/>
  <p:cmAuthor id="1574" name="z cl" initials="z" lastIdx="0" clrIdx="1573"/>
  <p:cmAuthor id="256" name="未知的使用者204" initials="未" lastIdx="1" clrIdx="0"/>
  <p:cmAuthor id="1575" name="刘 帅" initials="刘" lastIdx="0" clrIdx="1574"/>
  <p:cmAuthor id="257" name="未知的使用者41" initials="未" lastIdx="5" clrIdx="1"/>
  <p:cmAuthor id="1576" name="吴军影" initials="吴" lastIdx="0" clrIdx="1575"/>
  <p:cmAuthor id="258" name="未知的使用者42" initials="未" lastIdx="1" clrIdx="1"/>
  <p:cmAuthor id="1577" name="冯学沛" initials="冯" lastIdx="0" clrIdx="1576"/>
  <p:cmAuthor id="1578" name="Simon Camp" initials="S" lastIdx="0" clrIdx="1577"/>
  <p:cmAuthor id="260" name="未知的使用者39" initials="未" lastIdx="10" clrIdx="0"/>
  <p:cmAuthor id="1579" name="王书珍" initials="王" lastIdx="0" clrIdx="1578"/>
  <p:cmAuthor id="261" name="未知的使用者38" initials="未" lastIdx="1" clrIdx="0"/>
  <p:cmAuthor id="1580" name="bing" initials="b" lastIdx="0" clrIdx="1579"/>
  <p:cmAuthor id="262" name="未知用户37" initials="未" lastIdx="8" clrIdx="0"/>
  <p:cmAuthor id="1581" name="273839920@qq.com" initials="2" lastIdx="0" clrIdx="1580"/>
  <p:cmAuthor id="263" name="未知用户38" initials="未" lastIdx="8" clrIdx="0"/>
  <p:cmAuthor id="1582" name="舒迪" initials="舒" lastIdx="0" clrIdx="1581"/>
  <p:cmAuthor id="264" name="未知用户39" initials="未" lastIdx="1" clrIdx="0"/>
  <p:cmAuthor id="1583" name="Cpic" initials="C" lastIdx="0" clrIdx="1582"/>
  <p:cmAuthor id="265" name="Admin" initials="A" lastIdx="1" clrIdx="2"/>
  <p:cmAuthor id="1584" name="Wangzhi gang" initials="W" lastIdx="0" clrIdx="1583"/>
  <p:cmAuthor id="266" name="未知的使用者64" initials="未" lastIdx="8" clrIdx="0"/>
  <p:cmAuthor id="1585" name="li hw" initials="l" lastIdx="0" clrIdx="1584"/>
  <p:cmAuthor id="267" name="未知的使用者65" initials="未" lastIdx="1" clrIdx="0"/>
  <p:cmAuthor id="1586" name="FR" initials="F" lastIdx="0" clrIdx="1585"/>
  <p:cmAuthor id="268" name="未知的使用者66" initials="未" lastIdx="1" clrIdx="0"/>
  <p:cmAuthor id="1587" name="张星-lgd" initials="张" lastIdx="0" clrIdx="1586"/>
  <p:cmAuthor id="269" name="未知的使用者57" initials="未" lastIdx="1" clrIdx="0"/>
  <p:cmAuthor id="1588" name="张 博" initials="张" lastIdx="0" clrIdx="1587"/>
  <p:cmAuthor id="270" name="未知用户35" initials="未" lastIdx="1" clrIdx="0"/>
  <p:cmAuthor id="1589" name="yingchao xi" initials="y" lastIdx="0" clrIdx="1588"/>
  <p:cmAuthor id="271" name="未知用户36" initials="未" lastIdx="1" clrIdx="0"/>
  <p:cmAuthor id="1590" name="admin刘" initials="a" lastIdx="0" clrIdx="1589"/>
  <p:cmAuthor id="272" name="未知用户26" initials="未" lastIdx="1" clrIdx="0"/>
  <p:cmAuthor id="1591" name="10285279" initials="1" lastIdx="0" clrIdx="1590"/>
  <p:cmAuthor id="273" name="未知用户23" initials="未" lastIdx="1" clrIdx="0"/>
  <p:cmAuthor id="1592" name="GH" initials="G" lastIdx="0" clrIdx="1591"/>
  <p:cmAuthor id="274" name="未知用户29" initials="未" lastIdx="1" clrIdx="0"/>
  <p:cmAuthor id="1593" name="Book-Sword" initials="B" lastIdx="0" clrIdx="1592"/>
  <p:cmAuthor id="275" name="未知用户30" initials="未" lastIdx="2" clrIdx="0"/>
  <p:cmAuthor id="1594" name="SDWM" initials="S" lastIdx="0" clrIdx="1593"/>
  <p:cmAuthor id="276" name="未知用户31" initials="未" lastIdx="1" clrIdx="1"/>
  <p:cmAuthor id="1595" name="bingning" initials="b" lastIdx="0" clrIdx="1594"/>
  <p:cmAuthor id="277" name="未知用户32" initials="未" lastIdx="1" clrIdx="0"/>
  <p:cmAuthor id="1596" name="鄢智勇" initials="鄢" lastIdx="0" clrIdx="1595"/>
  <p:cmAuthor id="278" name="未知用户33" initials="未" lastIdx="1" clrIdx="0"/>
  <p:cmAuthor id="1597" name="david bin" initials="d" lastIdx="0" clrIdx="1596"/>
  <p:cmAuthor id="279" name="未知用户34" initials="未" lastIdx="2" clrIdx="0"/>
  <p:cmAuthor id="1598" name="张 明晖" initials="张" lastIdx="0" clrIdx="1597"/>
  <p:cmAuthor id="280" name="huang gerrard" initials="h" lastIdx="2" clrIdx="0"/>
  <p:cmAuthor id="1599" name="ch_696" initials="c" lastIdx="0" clrIdx="1598"/>
  <p:cmAuthor id="281" name="未知用户98" initials="未" lastIdx="8" clrIdx="0"/>
  <p:cmAuthor id="1600" name="haiyan guo" initials="hg" lastIdx="0" clrIdx="1599"/>
  <p:cmAuthor id="282" name="未知用户100" initials="未" lastIdx="1" clrIdx="0"/>
  <p:cmAuthor id="1601" name="zhang zhe" initials="zz" lastIdx="0" clrIdx="1600"/>
  <p:cmAuthor id="283" name="未知用户101" initials="未" lastIdx="1" clrIdx="0"/>
  <p:cmAuthor id="1602" name="宋洁然" initials="宋" lastIdx="0" clrIdx="1601"/>
  <p:cmAuthor id="284" name="未知用户72" initials="" lastIdx="1" clrIdx="0"/>
  <p:cmAuthor id="1603" name="86177" initials="8" lastIdx="0" clrIdx="1602"/>
  <p:cmAuthor id="285" name="未知用户73" initials="" lastIdx="2" clrIdx="0"/>
  <p:cmAuthor id="1604" name="桂 卓" initials="桂" lastIdx="0" clrIdx="1603"/>
  <p:cmAuthor id="1605" name="旭东 唐" initials="旭唐" lastIdx="0" clrIdx="1604"/>
  <p:cmAuthor id="1607" name="梁亚栋" initials="authorId_233440905" lastIdx="0" clrIdx="1606"/>
  <p:cmAuthor id="289" name="未知用户42" initials="未" lastIdx="1" clrIdx="0"/>
  <p:cmAuthor id="1608" name="00196605" initials="0" lastIdx="0" clrIdx="1607"/>
  <p:cmAuthor id="1609" name="10107538" initials="1" lastIdx="0" clrIdx="1608"/>
  <p:cmAuthor id="291" name="未知用户96" initials="" lastIdx="1" clrIdx="0"/>
  <p:cmAuthor id="1610" name="WPS" initials="W" lastIdx="0" clrIdx="1609"/>
  <p:cmAuthor id="1611" name="wudongnibaobei" initials="w" lastIdx="0" clrIdx="1610"/>
  <p:cmAuthor id="293" name="未知用户97" initials="" lastIdx="2" clrIdx="0"/>
  <p:cmAuthor id="1612" name="未知用户123" initials="未" lastIdx="0" clrIdx="1611"/>
  <p:cmAuthor id="294" name="未知用户40" initials="" lastIdx="5" clrIdx="1"/>
  <p:cmAuthor id="1613" name="未知用户124" initials="未" lastIdx="0" clrIdx="1612"/>
  <p:cmAuthor id="295" name="未知用户43" initials="" lastIdx="1" clrIdx="0"/>
  <p:cmAuthor id="1614" name="zhaoby01" initials="z" lastIdx="0" clrIdx="1613"/>
  <p:cmAuthor id="1615" name="Arno.Du(杜明星)" initials="A" lastIdx="0" clrIdx="1614"/>
  <p:cmAuthor id="1616" name="WANGZF" initials="W" lastIdx="0" clrIdx="1615"/>
  <p:cmAuthor id="1617" name="Unknown User63" initials="U" lastIdx="0" clrIdx="1616"/>
  <p:cmAuthor id="299" name="黄万平" initials="A" lastIdx="1" clrIdx="298"/>
  <p:cmAuthor id="1618" name="梅芬 吳" initials="梅" lastIdx="0" clrIdx="1617"/>
  <p:cmAuthor id="1619" name="USER" initials="U" lastIdx="0" clrIdx="1618"/>
  <p:cmAuthor id="1620" name="James" initials="J" lastIdx="0" clrIdx="1619"/>
  <p:cmAuthor id="1621" name="未知的使用者100" initials="未" lastIdx="0" clrIdx="1620"/>
  <p:cmAuthor id="1622" name="未知用户125" initials="未" lastIdx="0" clrIdx="1621"/>
  <p:cmAuthor id="1623" name="ahhk2" initials="a" lastIdx="0" clrIdx="1622"/>
  <p:cmAuthor id="1624" name="未知的使用者156" initials="未" lastIdx="0" clrIdx="1623"/>
  <p:cmAuthor id="306" name="zhjt" initials="z" lastIdx="0" clrIdx="305"/>
  <p:cmAuthor id="1625" name="Unknown User68" initials="U" lastIdx="0" clrIdx="1624"/>
  <p:cmAuthor id="1626" name="aaaaaa apple" initials="a" lastIdx="0" clrIdx="1625"/>
  <p:cmAuthor id="1627" name="binhui zhou" initials="bz" lastIdx="0" clrIdx="1626"/>
  <p:cmAuthor id="309" name="Jacy Aldrich" initials="JA" lastIdx="0" clrIdx="308"/>
  <p:cmAuthor id="1628" name="未知用户257" initials="未" lastIdx="0" clrIdx="1627"/>
  <p:cmAuthor id="1629" name="未知用户196" initials="未" lastIdx="0" clrIdx="1628"/>
  <p:cmAuthor id="311" name="超" initials="超" lastIdx="0" clrIdx="310"/>
  <p:cmAuthor id="1630" name="未知用户360" initials="未" lastIdx="0" clrIdx="1629"/>
  <p:cmAuthor id="312" name="Chun Chung YEH" initials="C" lastIdx="2" clrIdx="0"/>
  <p:cmAuthor id="1631" name="李阳" initials="liyang37@ha.cmcc" lastIdx="0" clrIdx="1630"/>
  <p:cmAuthor id="1632" name="未知用户329" initials="未" lastIdx="0" clrIdx="1631"/>
  <p:cmAuthor id="314" name="Vicky" initials="V" lastIdx="1" clrIdx="1"/>
  <p:cmAuthor id="1633" name="未知用户245" initials="未" lastIdx="0" clrIdx="1632"/>
  <p:cmAuthor id="315" name="刘云轩" initials="刘" lastIdx="1" clrIdx="0"/>
  <p:cmAuthor id="1634" name="Kathy" initials="K" lastIdx="0" clrIdx="1633"/>
  <p:cmAuthor id="316" name="sharon" initials="s" lastIdx="5" clrIdx="84"/>
  <p:cmAuthor id="1635" name="未知用户387" initials="未" lastIdx="0" clrIdx="1634"/>
  <p:cmAuthor id="317" name="未知的使用者81" initials="未" lastIdx="1" clrIdx="0"/>
  <p:cmAuthor id="318" name="仝德志" initials="仝" lastIdx="1" clrIdx="0"/>
  <p:cmAuthor id="1637" name="cai yan" initials="cy" lastIdx="0" clrIdx="1636"/>
  <p:cmAuthor id="1638" name="liling.jh" initials="liling.jh" lastIdx="0" clrIdx="1637"/>
  <p:cmAuthor id="1639" name="余娅" initials="余娅" lastIdx="0" clrIdx="1638"/>
  <p:cmAuthor id="321" name="未知用户111" initials="未" lastIdx="1" clrIdx="1"/>
  <p:cmAuthor id="1640" name="陳珮琪" initials="陳珮琪" lastIdx="0" clrIdx="1639"/>
  <p:cmAuthor id="322" name="alpha" initials="a" lastIdx="1" clrIdx="0"/>
  <p:cmAuthor id="1641" name="艾启明" initials="A" lastIdx="0" clrIdx="1640"/>
  <p:cmAuthor id="323" name="10099398" initials="1" lastIdx="1" clrIdx="322"/>
  <p:cmAuthor id="1642" name="Tome" initials="T" lastIdx="0" clrIdx="1641"/>
  <p:cmAuthor id="324" name="XF" initials="X" lastIdx="1" clrIdx="323"/>
  <p:cmAuthor id="1643" name="未知用户301" initials="未" lastIdx="0" clrIdx="1642"/>
  <p:cmAuthor id="325" name="jyr" initials="jyr" lastIdx="1" clrIdx="324"/>
  <p:cmAuthor id="1644" name="未知用户306" initials="未" lastIdx="0" clrIdx="1643"/>
  <p:cmAuthor id="326" name="未知的使用者75" initials="未" lastIdx="1" clrIdx="0"/>
  <p:cmAuthor id="1645" name="sxy" initials="s" lastIdx="0" clrIdx="1644"/>
  <p:cmAuthor id="327" name="未知的使用者77" initials="未" lastIdx="1" clrIdx="0"/>
  <p:cmAuthor id="1646" name="WPS_1601968133" initials="W" lastIdx="0" clrIdx="1645"/>
  <p:cmAuthor id="328" name="未知的使用者78" initials="未" lastIdx="5" clrIdx="1"/>
  <p:cmAuthor id="1647" name="cjc" initials="c" lastIdx="0" clrIdx="1646"/>
  <p:cmAuthor id="329" name="未知的使用者79" initials="未" lastIdx="0" clrIdx="1"/>
  <p:cmAuthor id="1648" name="wuyh501" initials="w" lastIdx="0" clrIdx="1647"/>
  <p:cmAuthor id="330" name="未知的使用者80" initials="未" lastIdx="0" clrIdx="0"/>
  <p:cmAuthor id="1649" name="Que Sera Sera" initials="Q" lastIdx="0" clrIdx="1648"/>
  <p:cmAuthor id="331" name="未知的使用者82" initials="未" lastIdx="1" clrIdx="0"/>
  <p:cmAuthor id="1650" name="罗平_QfY3MnyU" initials="authorId_1512265542" lastIdx="0" clrIdx="1649"/>
  <p:cmAuthor id="332" name="未知的使用者83" initials="未" lastIdx="1" clrIdx="0"/>
  <p:cmAuthor id="1651" name="未知用户300" initials="未" lastIdx="0" clrIdx="1650"/>
  <p:cmAuthor id="333" name="未知的使用者84" initials="未" lastIdx="1" clrIdx="1"/>
  <p:cmAuthor id="1652" name="Gareth" initials="G" lastIdx="0" clrIdx="1651"/>
  <p:cmAuthor id="334" name="未知的使用者85" initials="未" lastIdx="1" clrIdx="0"/>
  <p:cmAuthor id="1653" name="WPS_1715507865" initials="W" lastIdx="0" clrIdx="1652"/>
  <p:cmAuthor id="335" name="未知的使用者87" initials="未" lastIdx="1" clrIdx="0"/>
  <p:cmAuthor id="1654" name="Steven" initials="S" lastIdx="0" clrIdx="1653"/>
  <p:cmAuthor id="336" name="未知的使用者90" initials="未" lastIdx="8" clrIdx="0"/>
  <p:cmAuthor id="1655" name="10283556" initials="1" lastIdx="0" clrIdx="1654"/>
  <p:cmAuthor id="337" name="未知的使用者91" initials="未" lastIdx="1" clrIdx="0"/>
  <p:cmAuthor id="1656" name="y'min" initials="y" lastIdx="0" clrIdx="1655"/>
  <p:cmAuthor id="338" name="CHRISYU" initials="C" lastIdx="1" clrIdx="0"/>
  <p:cmAuthor id="339" name="liucunri" initials="l" lastIdx="1" clrIdx="0"/>
  <p:cmAuthor id="315336307" name="." initials="." lastIdx="1" clrIdx="779"/>
  <p:cmAuthor id="340" name="Unknown User48" initials="U" lastIdx="8" clrIdx="0"/>
  <p:cmAuthor id="341" name="Unknown User52" initials="U" lastIdx="1" clrIdx="0"/>
  <p:cmAuthor id="342" name="Unknown User50" initials="U" lastIdx="1" clrIdx="0"/>
  <p:cmAuthor id="343" name="未知的使用者102" initials="未" lastIdx="5" clrIdx="1"/>
  <p:cmAuthor id="344" name="赵欣" initials="zx" lastIdx="0" clrIdx="343"/>
  <p:cmAuthor id="345" name="twisaijzing" initials="t" lastIdx="0" clrIdx="344"/>
  <p:cmAuthor id="346" name="未知用户112" initials="未知用户112" lastIdx="4" clrIdx="0"/>
  <p:cmAuthor id="347" name="17750226060@163.com" initials="1" lastIdx="0" clrIdx="346"/>
  <p:cmAuthor id="348" name="文雯" initials="文" lastIdx="0" clrIdx="347"/>
  <p:cmAuthor id="349" name="黄明特" initials="黄" lastIdx="1" clrIdx="348"/>
  <p:cmAuthor id="350" name="王乙凯" initials="王" lastIdx="0" clrIdx="349"/>
  <p:cmAuthor id="351" name="肖帅" initials="肖" lastIdx="0" clrIdx="350"/>
  <p:cmAuthor id="352" name="未知的使用者161" initials="未" lastIdx="1" clrIdx="0"/>
  <p:cmAuthor id="353" name="小南" initials="小" lastIdx="0" clrIdx="352"/>
  <p:cmAuthor id="354" name="未知的使用者114" initials="未" lastIdx="1" clrIdx="0"/>
  <p:cmAuthor id="355" name="未知的使用者152" initials="未" lastIdx="1" clrIdx="0"/>
  <p:cmAuthor id="1455233270" name="陈雪婷" initials="陈" lastIdx="1" clrIdx="322"/>
  <p:cmAuthor id="356" name="li'da'meng" initials="l" lastIdx="0" clrIdx="355"/>
  <p:cmAuthor id="357" name="张久久" initials="张" lastIdx="0" clrIdx="356"/>
  <p:cmAuthor id="358" name="36416" initials="3" lastIdx="0" clrIdx="357"/>
  <p:cmAuthor id="359" name="王小月|wangxiaoyue" initials="王" lastIdx="0" clrIdx="358"/>
  <p:cmAuthor id="360" name="未知的使用者176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刘 尊顺" initials="刘" lastIdx="4" clrIdx="85"/>
  <p:cmAuthor id="367" name="未知的使用者227" initials="未" lastIdx="2" clrIdx="0"/>
  <p:cmAuthor id="368" name="未知用户204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韩永超(省公司一)" initials="韩" lastIdx="1" clrIdx="371"/>
  <p:cmAuthor id="376" name="未知用户113" initials="未知用户113" lastIdx="8" clrIdx="0"/>
  <p:cmAuthor id="378" name="未知用户102" initials="" lastIdx="0" clrIdx="377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zhangbin" initials="z" lastIdx="6" clrIdx="0"/>
  <p:cmAuthor id="391" name="单 善" initials="单" lastIdx="1" clrIdx="85"/>
  <p:cmAuthor id="392" name="未知的使用者103" initials="" lastIdx="0" clrIdx="39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dengwanting" initials="d" lastIdx="0" clrIdx="40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1" name="raymond luan" initials="r" lastIdx="0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1" name="未知的使用者239" initials="" lastIdx="43" clrIdx="1"/>
  <p:cmAuthor id="423" name="未知用户194" initials="未" lastIdx="1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6" name="未知用户162" initials="未" lastIdx="1" clrIdx="0"/>
  <p:cmAuthor id="437" name="未知用户188" initials="未" lastIdx="1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8535702" name="曾蓓/贝贝" initials="曾" lastIdx="0" clrIdx="0"/>
  <p:cmAuthor id="454" name="未知用户140" initials="未" lastIdx="0" clrIdx="1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621584508" name="祖_Cheung" initials="祖" lastIdx="1" clrIdx="359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191251535" name="沈霄雷" initials="沈" lastIdx="833089" clrIdx="0"/>
  <p:cmAuthor id="493" name="未知的使用者242" initials="未" lastIdx="2" clrIdx="0"/>
  <p:cmAuthor id="191251536" name="韩 明宇" initials="韩" lastIdx="1" clrIdx="27"/>
  <p:cmAuthor id="494" name="未知的使用者243" initials="未" lastIdx="1" clrIdx="0"/>
  <p:cmAuthor id="191251537" name="田亚林+_vEn2feIZ" initials="authorId_385966644" lastIdx="0" clrIdx="0"/>
  <p:cmAuthor id="495" name="未知的使用者258" initials="未" lastIdx="8" clrIdx="0"/>
  <p:cmAuthor id="191251538" name="孙军_a2y2UrEv" initials="authorId_524475945" lastIdx="0" clrIdx="0"/>
  <p:cmAuthor id="496" name="未知的使用者259" initials="未" lastIdx="1" clrIdx="0"/>
  <p:cmAuthor id="191251539" name="wang" initials="wang" lastIdx="1" clrIdx="14"/>
  <p:cmAuthor id="1411827" name="黄晓平" initials="黄" lastIdx="0" clrIdx="0"/>
  <p:cmAuthor id="497" name="未知的使用者260" initials="未" lastIdx="1" clrIdx="0"/>
  <p:cmAuthor id="1411828" name="徐琳00159163" initials="徐琳00159163" lastIdx="1" clrIdx="37"/>
  <p:cmAuthor id="191251541" name="孙 笑庆" initials="孙" lastIdx="3" clrIdx="16"/>
  <p:cmAuthor id="498" name="未知的使用者261" initials="未" lastIdx="11" clrIdx="0"/>
  <p:cmAuthor id="1411829" name="翟 博纯" initials="翟" lastIdx="1" clrIdx="40"/>
  <p:cmAuthor id="191251542" name="yang.yuan" initials="y" lastIdx="0" clrIdx="17"/>
  <p:cmAuthor id="499" name="未知的使用者262" initials="未" lastIdx="7" clrIdx="1"/>
  <p:cmAuthor id="1411830" name="晶 王" initials="晶王" lastIdx="1" clrIdx="46"/>
  <p:cmAuthor id="191251543" name="王娟" initials="1" lastIdx="1" clrIdx="3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1483810881" name="WPS_1679281038" initials="W" lastIdx="1" clrIdx="2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18" name="未知的使用者224" initials="未" lastIdx="1" clrIdx="0"/>
  <p:cmAuthor id="434279950" name="carrie魏" initials="c" lastIdx="1" clrIdx="374"/>
  <p:cmAuthor id="521" name="未知用户268" initials="未" lastIdx="1" clrIdx="0"/>
  <p:cmAuthor id="522" name="未知用户269" initials="未" lastIdx="2" clrIdx="0"/>
  <p:cmAuthor id="523" name="未知用户20" initials="未" lastIdx="1" clrIdx="0"/>
  <p:cmAuthor id="524" name="未知用户250" initials="未" lastIdx="0" clrIdx="0"/>
  <p:cmAuthor id="527" name="未知的使用者217" initials="未" lastIdx="1" clrIdx="1"/>
  <p:cmAuthor id="528" name="Charley" initials="C" lastIdx="1" clrIdx="0"/>
  <p:cmAuthor id="529" name="lilan" initials="l" lastIdx="1" clrIdx="0"/>
  <p:cmAuthor id="532" name="未知用户345" initials="未" lastIdx="1" clrIdx="0"/>
  <p:cmAuthor id="533" name="hmwang" initials="dsc" lastIdx="2" clrIdx="532"/>
  <p:cmAuthor id="536" name="未知用户346" initials="未" lastIdx="3" clrIdx="1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0" name="未知的使用者130" initials="未" lastIdx="8" clrIdx="0"/>
  <p:cmAuthor id="541" name="未知的使用者234" initials="未" lastIdx="10" clrIdx="0"/>
  <p:cmAuthor id="544" name="未知用户256" initials="未" lastIdx="1" clrIdx="0"/>
  <p:cmAuthor id="545" name="dell" initials="d" lastIdx="1" clrIdx="544"/>
  <p:cmAuthor id="547" name="super" initials="s" lastIdx="1" clrIdx="546"/>
  <p:cmAuthor id="548" name="未知的使用者238" initials="未" lastIdx="2" clrIdx="0"/>
  <p:cmAuthor id="549" name="未知的使用者97" initials="未" lastIdx="1" clrIdx="0"/>
  <p:cmAuthor id="551" name="未知用户280" initials="未" lastIdx="5" clrIdx="2"/>
  <p:cmAuthor id="552" name="未知用户200" initials="未知用户200" lastIdx="7" clrIdx="1"/>
  <p:cmAuthor id="553" name="刘晖" initials="刘" lastIdx="1" clrIdx="0"/>
  <p:cmAuthor id="554" name="未知用户190" initials="未" lastIdx="1" clrIdx="1"/>
  <p:cmAuthor id="556" name="Stacy Chiang" initials="S" lastIdx="2" clrIdx="0"/>
  <p:cmAuthor id="557" name="Xia Ting" initials="X" lastIdx="1" clrIdx="0"/>
  <p:cmAuthor id="47245819" name="群智集" initials="群" lastIdx="0" clrIdx="0"/>
  <p:cmAuthor id="558" name="未知用户180" initials="未" lastIdx="8" clrIdx="0"/>
  <p:cmAuthor id="47245820" name="Windows 用户" initials="W用" lastIdx="1" clrIdx="16"/>
  <p:cmAuthor id="559" name="不明使用者54" initials="不" lastIdx="1" clrIdx="1"/>
  <p:cmAuthor id="47245821" name="宋玉坤" initials="W用" lastIdx="1" clrIdx="24"/>
  <p:cmAuthor id="47245822" name="黄 晓贤" initials="黄" lastIdx="2" clrIdx="32"/>
  <p:cmAuthor id="561" name="未知用户94" initials="未" lastIdx="0" clrIdx="0"/>
  <p:cmAuthor id="47245823" name="刘海娜|liuhaina" initials="W用" lastIdx="1" clrIdx="36"/>
  <p:cmAuthor id="562" name="未知用户321" initials="未" lastIdx="1" clrIdx="0"/>
  <p:cmAuthor id="47245824" name="Ball Snow" initials="BS" lastIdx="2" clrIdx="51"/>
  <p:cmAuthor id="47245825" name="A" initials="A" lastIdx="2" clrIdx="45"/>
  <p:cmAuthor id="47245826" name="B" initials="B" lastIdx="2" clrIdx="46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10" name="未知用户215" initials="未" lastIdx="1" clrIdx="0"/>
  <p:cmAuthor id="611" name="未知用户21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3" name="Carol Kelly" initials="C" lastIdx="1" clrIdx="0"/>
  <p:cmAuthor id="636" name="Unknown User58" initials="U" lastIdx="1" clrIdx="0"/>
  <p:cmAuthor id="637" name="Unknown User55" initials="U" lastIdx="1" clrIdx="1"/>
  <p:cmAuthor id="639" name="Huipeng Cao" initials="H" lastIdx="1" clrIdx="0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91587970" name="小延魔法师" initials="小" lastIdx="1126286" clrIdx="0"/>
  <p:cmAuthor id="657" name="Carol Wu" initials="C" lastIdx="1" clrIdx="0"/>
  <p:cmAuthor id="691587971" name="李苗苗00086641" initials="李苗苗00086641" lastIdx="5" clrIdx="50"/>
  <p:cmAuthor id="658" name="Think" initials="T" lastIdx="6" clrIdx="3"/>
  <p:cmAuthor id="691587972" name="li hui" initials="lh" lastIdx="1" clrIdx="50"/>
  <p:cmAuthor id="659" name="未知用户303" initials="未" lastIdx="5" clrIdx="1"/>
  <p:cmAuthor id="691587973" name="Gaofugui(Jiangsu,NPS)" initials="G" lastIdx="1" clrIdx="51"/>
  <p:cmAuthor id="660" name="未知用户304" initials="未" lastIdx="1" clrIdx="0"/>
  <p:cmAuthor id="691587974" name="yveschao@foxmail.com" initials="y" lastIdx="7" clrIdx="547"/>
  <p:cmAuthor id="661" name="win7" initials="w" lastIdx="6" clrIdx="0"/>
  <p:cmAuthor id="691587975" name="杨淑婷" initials="杨淑婷" lastIdx="3" clrIdx="548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frankyang" initials="f" lastIdx="1" clrIdx="136"/>
  <p:cmAuthor id="674" name="孟连磊" initials="孟" lastIdx="1" clrIdx="0"/>
  <p:cmAuthor id="675" name="未知用户182" initials="未" lastIdx="1" clrIdx="49"/>
  <p:cmAuthor id="676" name="未知的使用者177" initials="未" lastIdx="8" clrIdx="0"/>
  <p:cmAuthor id="677" name="未知用户354" initials="未" lastIdx="1" clrIdx="0"/>
  <p:cmAuthor id="678" name="未知的使用者221" initials="未" lastIdx="1" clrIdx="0"/>
  <p:cmAuthor id="679" name="未知的使用者222" initials="未" lastIdx="5" clrIdx="1"/>
  <p:cmAuthor id="681" name="winner1 chan" initials="wc" lastIdx="1" clrIdx="334"/>
  <p:cmAuthor id="2000" name="成国强_6jqyBN7N" initials="authorId_8148959" lastIdx="0" clrIdx="0"/>
  <p:cmAuthor id="682" name="未知用户332" initials="未" lastIdx="1" clrIdx="0"/>
  <p:cmAuthor id="2001" name="骆倩怡_Znauj26B" initials="authorId_382814100" lastIdx="0" clrIdx="0"/>
  <p:cmAuthor id="683" name="未知用户217" initials="未" lastIdx="1" clrIdx="0"/>
  <p:cmAuthor id="2002" name="王竑达" initials="王竑达" lastIdx="1" clrIdx="34"/>
  <p:cmAuthor id="684" name="未知用户272" initials="未" lastIdx="10" clrIdx="0"/>
  <p:cmAuthor id="2003" name="梁鹏" initials="u" lastIdx="1" clrIdx="35"/>
  <p:cmAuthor id="685" name="俊晔 邱" initials="俊" lastIdx="1" clrIdx="87"/>
  <p:cmAuthor id="2004" name="范 斌" initials="范" lastIdx="1" clrIdx="36"/>
  <p:cmAuthor id="686" name="annie.gts@outlook.com" initials="a" lastIdx="2" clrIdx="0"/>
  <p:cmAuthor id="2005" name="毕邺" initials="党委办公室" lastIdx="2" clrIdx="37"/>
  <p:cmAuthor id="687" name="杨 升格" initials="杨" lastIdx="2" clrIdx="0"/>
  <p:cmAuthor id="2006" name="jiaru tiger" initials="jt" lastIdx="2" clrIdx="38"/>
  <p:cmAuthor id="689" name="cy" initials="c" lastIdx="1" clrIdx="76"/>
  <p:cmAuthor id="690" name="未知用户222" initials="未" lastIdx="1" clrIdx="0"/>
  <p:cmAuthor id="691" name="璇 安" initials="璇" lastIdx="9" clrIdx="85"/>
  <p:cmAuthor id="692" name="未知用户214" initials="未" lastIdx="2" clrIdx="0"/>
  <p:cmAuthor id="693" name="lxm" initials="l" lastIdx="1" clrIdx="413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2" name="未知用户258" initials="未" lastIdx="8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未知用户319" initials="未" lastIdx="3" clrIdx="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785" name="未知用户401" initials="未" lastIdx="4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405" initials="未" lastIdx="1" clrIdx="0"/>
  <p:cmAuthor id="791" name="未知用户439" initials="未" lastIdx="2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797" name="未知用户443" initials="未" lastIdx="1" clrIdx="0"/>
  <p:cmAuthor id="798" name="未知用户411" initials="未" lastIdx="3" clrIdx="1"/>
  <p:cmAuthor id="799" name="未知用户444" initials="未" lastIdx="6" clrIdx="0"/>
  <p:cmAuthor id="800" name="未知用户413" initials="未" lastIdx="1" clrIdx="1"/>
  <p:cmAuthor id="801" name="未知用户445" initials="未" lastIdx="1" clrIdx="0"/>
  <p:cmAuthor id="802" name="未知用户446" initials="未" lastIdx="1" clrIdx="0"/>
  <p:cmAuthor id="803" name="未知用户447" initials="未" lastIdx="1" clrIdx="0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2" name="liu yuhang" initials="ly" lastIdx="19" clrIdx="545"/>
  <p:cmAuthor id="823" name="Unknown User70" initials="" lastIdx="0" clrIdx="822"/>
  <p:cmAuthor id="824" name="hanjuncompany" initials="" lastIdx="0" clrIdx="823"/>
  <p:cmAuthor id="825" name="kathy chen" initials="" lastIdx="0" clrIdx="824"/>
  <p:cmAuthor id="826" name="未知的使用者63" initials="" lastIdx="0" clrIdx="825"/>
  <p:cmAuthor id="827" name="未知的使用者127" initials="" lastIdx="0" clrIdx="826"/>
  <p:cmAuthor id="828" name="未知的使用者128" initials="" lastIdx="0" clrIdx="827"/>
  <p:cmAuthor id="829" name="Sara Chen" initials="" lastIdx="0" clrIdx="828"/>
  <p:cmAuthor id="830" name="未知用户170" initials="" lastIdx="0" clrIdx="829"/>
  <p:cmAuthor id="831" name="未知用户171" initials="" lastIdx="0" clrIdx="830"/>
  <p:cmAuthor id="832" name="未知用户172" initials="" lastIdx="0" clrIdx="831"/>
  <p:cmAuthor id="833" name="未知用户173" initials="" lastIdx="0" clrIdx="832"/>
  <p:cmAuthor id="834" name="未知用户149" initials="" lastIdx="0" clrIdx="833"/>
  <p:cmAuthor id="835" name="未知用户150" initials="" lastIdx="0" clrIdx="834"/>
  <p:cmAuthor id="836" name="未知用户151" initials="" lastIdx="0" clrIdx="835"/>
  <p:cmAuthor id="394525608" name="仇怿俊" initials="仇" lastIdx="0" clrIdx="0"/>
  <p:cmAuthor id="837" name="未知用户152" initials="" lastIdx="0" clrIdx="836"/>
  <p:cmAuthor id="394525609" name="wangxiaoxuan@ha.cmcc" initials="w" lastIdx="1" clrIdx="34"/>
  <p:cmAuthor id="838" name="未知用户153" initials="" lastIdx="0" clrIdx="837"/>
  <p:cmAuthor id="394525610" name="Li Pengling" initials="LP" lastIdx="1" clrIdx="30"/>
  <p:cmAuthor id="839" name="未知用户154" initials="" lastIdx="0" clrIdx="838"/>
  <p:cmAuthor id="840" name="未知用户155" initials="" lastIdx="0" clrIdx="839"/>
  <p:cmAuthor id="841" name="未知用户41" initials="" lastIdx="0" clrIdx="840"/>
  <p:cmAuthor id="559801588" name="李林林" initials="李" lastIdx="0" clrIdx="0"/>
  <p:cmAuthor id="842" name="未知用户44" initials="" lastIdx="0" clrIdx="841"/>
  <p:cmAuthor id="559801589" name="lin li" initials="ll" lastIdx="22" clrIdx="1"/>
  <p:cmAuthor id="843" name="未知用户45" initials="" lastIdx="0" clrIdx="842"/>
  <p:cmAuthor id="559801590" name="595434287@qq.com" initials="5" lastIdx="1" clrIdx="10"/>
  <p:cmAuthor id="844" name="未知用户156" initials="" lastIdx="0" clrIdx="843"/>
  <p:cmAuthor id="559801591" name="345175348@qq.com" initials="3" lastIdx="1" clrIdx="15"/>
  <p:cmAuthor id="845" name="未知用户64" initials="" lastIdx="0" clrIdx="844"/>
  <p:cmAuthor id="559801592" name="李 奕霖" initials="李" lastIdx="1" clrIdx="18"/>
  <p:cmAuthor id="846" name="未知用户65" initials="" lastIdx="0" clrIdx="845"/>
  <p:cmAuthor id="559801593" name="敬泉 李" initials="敬泉" lastIdx="1" clrIdx="29"/>
  <p:cmAuthor id="847" name="未知用户68" initials="" lastIdx="0" clrIdx="846"/>
  <p:cmAuthor id="848" name="未知用户69" initials="" lastIdx="0" clrIdx="847"/>
  <p:cmAuthor id="849" name="未知用户70" initials="" lastIdx="0" clrIdx="848"/>
  <p:cmAuthor id="850" name="未知用户71" initials="" lastIdx="0" clrIdx="849"/>
  <p:cmAuthor id="851" name="MA15" initials="" lastIdx="0" clrIdx="850"/>
  <p:cmAuthor id="852" name=" " initials="" lastIdx="0" clrIdx="851"/>
  <p:cmAuthor id="853" name="刘春杰10244342" initials="刘春杰10244342" lastIdx="0" clrIdx="852"/>
  <p:cmAuthor id="854" name="未知用户116" initials="" lastIdx="0" clrIdx="853"/>
  <p:cmAuthor id="855" name="冯江宁" initials="U" lastIdx="0" clrIdx="854"/>
  <p:cmAuthor id="856" name="weihua zhou" initials="wz" lastIdx="0" clrIdx="855"/>
  <p:cmAuthor id="857" name="jyy" initials="" lastIdx="0" clrIdx="856"/>
  <p:cmAuthor id="858" name="Kevin Hu" initials="" lastIdx="0" clrIdx="857"/>
  <p:cmAuthor id="859" name="未知的使用者8" initials="" lastIdx="0" clrIdx="858"/>
  <p:cmAuthor id="860" name="不明使用者56" initials="" lastIdx="0" clrIdx="859"/>
  <p:cmAuthor id="861" name="P00035_jeremy" initials="" lastIdx="0" clrIdx="860"/>
  <p:cmAuthor id="862" name="未知的使用者13" initials="" lastIdx="0" clrIdx="861"/>
  <p:cmAuthor id="863" name="未知用户117" initials="" lastIdx="0" clrIdx="862"/>
  <p:cmAuthor id="864" name="未知用户109" initials="" lastIdx="0" clrIdx="863"/>
  <p:cmAuthor id="865" name="mei shuo" initials="mei shuo" lastIdx="0" clrIdx="864"/>
  <p:cmAuthor id="866" name="Eraser-CV_732yNZVB" initials="authorId_935319539" lastIdx="0" clrIdx="865"/>
  <p:cmAuthor id="867" name="张静_Anua7Nne" initials="authorId_935319063" lastIdx="0" clrIdx="866"/>
  <p:cmAuthor id="868" name="未知的使用者29" initials="" lastIdx="0" clrIdx="867"/>
  <p:cmAuthor id="869" name="Sky123.Org" initials="" lastIdx="0" clrIdx="868"/>
  <p:cmAuthor id="870" name="张宏伟" initials="张" lastIdx="0" clrIdx="869"/>
  <p:cmAuthor id="871" name="刘豹" initials="刘" lastIdx="0" clrIdx="870"/>
  <p:cmAuthor id="872" name="史璐瑶" initials="史" lastIdx="0" clrIdx="871"/>
  <p:cmAuthor id="873" name="幺以谦" initials="幺" lastIdx="0" clrIdx="872"/>
  <p:cmAuthor id="874" name="张妍" initials="张" lastIdx="0" clrIdx="873"/>
  <p:cmAuthor id="875" name="Ted Su" initials="T" lastIdx="0" clrIdx="874"/>
  <p:cmAuthor id="876" name="18937034561@189.cn" initials="1" lastIdx="0" clrIdx="875"/>
  <p:cmAuthor id="877" name="未知的使用者155" initials="未" lastIdx="0" clrIdx="876"/>
  <p:cmAuthor id="878" name="Heero" initials="H" lastIdx="0" clrIdx="877"/>
  <p:cmAuthor id="879" name="GZlxy" initials="G" lastIdx="0" clrIdx="878"/>
  <p:cmAuthor id="880" name="admin" initials="a" lastIdx="0" clrIdx="879"/>
  <p:cmAuthor id="881" name="黄欢" initials="h" lastIdx="0" clrIdx="880"/>
  <p:cmAuthor id="882" name="未知的使用者9" initials="" lastIdx="0" clrIdx="881"/>
  <p:cmAuthor id="883" name="luzp1" initials="" lastIdx="0" clrIdx="882"/>
  <p:cmAuthor id="884" name="1206988966@qq.com" initials="1" lastIdx="0" clrIdx="883"/>
  <p:cmAuthor id="885" name="姜伟光" initials="姜" lastIdx="0" clrIdx="884"/>
  <p:cmAuthor id="886" name="余婧" initials="余" lastIdx="0" clrIdx="885"/>
  <p:cmAuthor id="887" name="尤鑫" initials="A" lastIdx="0" clrIdx="886"/>
  <p:cmAuthor id="888" name="szshih" initials="s" lastIdx="0" clrIdx="887"/>
  <p:cmAuthor id="889" name="2605160504@qq.com" initials="2" lastIdx="0" clrIdx="888"/>
  <p:cmAuthor id="890" name="Ma JH" initials="MJ" lastIdx="0" clrIdx="889"/>
  <p:cmAuthor id="891" name="ming qiu" initials="m" lastIdx="0" clrIdx="890"/>
  <p:cmAuthor id="892" name="吴虹欣" initials="吴" lastIdx="0" clrIdx="891"/>
  <p:cmAuthor id="898" name="毛亮" initials="毛" lastIdx="0" clrIdx="897"/>
  <p:cmAuthor id="899" name="刘谷" initials="刘" lastIdx="0" clrIdx="898"/>
  <p:cmAuthor id="904" name="針對所選的門市進行小範圍實驗，捕捉驅動績效的關鍵影響因子" initials="針" lastIdx="0" clrIdx="903"/>
  <p:cmAuthor id="906" name="翔 张" initials="翔" lastIdx="0" clrIdx="905"/>
  <p:cmAuthor id="908" name="10033224" initials="1" lastIdx="0" clrIdx="907"/>
  <p:cmAuthor id="909" name="未知用户99" initials="" lastIdx="0" clrIdx="908"/>
  <p:cmAuthor id="910" name="10045953" initials="1" lastIdx="0" clrIdx="909"/>
  <p:cmAuthor id="911" name="maxine" initials="" lastIdx="0" clrIdx="910"/>
  <p:cmAuthor id="912" name="未知的使用者12" initials="" lastIdx="0" clrIdx="911"/>
  <p:cmAuthor id="913" name="18988" initials="1" lastIdx="0" clrIdx="912"/>
  <p:cmAuthor id="914" name="未知的使用者27" initials="" lastIdx="0" clrIdx="913"/>
  <p:cmAuthor id="915" name="涛娜" initials="涛" lastIdx="0" clrIdx="914"/>
  <p:cmAuthor id="916" name="未知的使用者30" initials="" lastIdx="0" clrIdx="915"/>
  <p:cmAuthor id="917" name="未知用户66" initials="" lastIdx="0" clrIdx="916"/>
  <p:cmAuthor id="918" name="侯 林" initials="侯" lastIdx="0" clrIdx="917"/>
  <p:cmAuthor id="919" name="陈驹洲" initials="A" lastIdx="0" clrIdx="918"/>
  <p:cmAuthor id="920" name="未知用户1" initials="未知用户1" lastIdx="0" clrIdx="919"/>
  <p:cmAuthor id="921" name="未知用户3" initials="未知用户3" lastIdx="0" clrIdx="920"/>
  <p:cmAuthor id="922" name="未知用户4" initials="未知用户4" lastIdx="0" clrIdx="921"/>
  <p:cmAuthor id="924" name="章梦滢" initials="章" lastIdx="0" clrIdx="923"/>
  <p:cmAuthor id="925" name="Chris French" initials="C" lastIdx="0" clrIdx="924"/>
  <p:cmAuthor id="926" name="yuan" initials="y" lastIdx="0" clrIdx="925"/>
  <p:cmAuthor id="927" name="汪庆涛" initials="汪" lastIdx="0" clrIdx="926"/>
  <p:cmAuthor id="928" name="lantian" initials="l" lastIdx="0" clrIdx="927"/>
  <p:cmAuthor id="929" name="庞付娟" initials="庞" lastIdx="0" clrIdx="928"/>
  <p:cmAuthor id="930" name="a" initials="a" lastIdx="0" clrIdx="929"/>
  <p:cmAuthor id="931" name="18043170808" initials="1" lastIdx="0" clrIdx="930"/>
  <p:cmAuthor id="933" name="陈冰靓" initials="陈" lastIdx="0" clrIdx="932"/>
  <p:cmAuthor id="935" name="chen xiaoling" initials="c" lastIdx="0" clrIdx="934"/>
  <p:cmAuthor id="936" name="叶 俊锋" initials="叶" lastIdx="0" clrIdx="935"/>
  <p:cmAuthor id="937" name="YANGCHENG" initials="Y" lastIdx="0" clrIdx="936"/>
  <p:cmAuthor id="939" name="renl@cndatacom.com" initials="" lastIdx="0" clrIdx="938"/>
  <p:cmAuthor id="940" name="why" initials="w" lastIdx="0" clrIdx="939"/>
  <p:cmAuthor id="941" name="wuyizhe" initials="w" lastIdx="0" clrIdx="940"/>
  <p:cmAuthor id="424366769" name="賀" initials="賀" lastIdx="1" clrIdx="12"/>
  <p:cmAuthor id="942" name="huangxiaowu" initials="h" lastIdx="0" clrIdx="941"/>
  <p:cmAuthor id="943" name="SKY" initials="S" lastIdx="0" clrIdx="942"/>
  <p:cmAuthor id="944" name="li chen" initials="l" lastIdx="0" clrIdx="943"/>
  <p:cmAuthor id="945" name="黄 佳昕" initials="黄" lastIdx="0" clrIdx="944"/>
  <p:cmAuthor id="946" name="李 玉飞" initials="李" lastIdx="0" clrIdx="945"/>
  <p:cmAuthor id="947" name="李 惠" initials="李" lastIdx="0" clrIdx="946"/>
  <p:cmAuthor id="948" name="吴 育明" initials="吴" lastIdx="0" clrIdx="947"/>
  <p:cmAuthor id="949" name="19140" initials="1" lastIdx="0" clrIdx="948"/>
  <p:cmAuthor id="950" name="刘沐妍" initials="刘" lastIdx="0" clrIdx="949"/>
  <p:cmAuthor id="951" name="shouzhan" initials="s" lastIdx="0" clrIdx="950"/>
  <p:cmAuthor id="952" name="杨 晓彤" initials="杨" lastIdx="0" clrIdx="951"/>
  <p:cmAuthor id="953" name="姜伟齐" initials="姜" lastIdx="0" clrIdx="952"/>
  <p:cmAuthor id="954" name="陈虹" initials="陈" lastIdx="0" clrIdx="953"/>
  <p:cmAuthor id="955" name="JIDI" initials="J" lastIdx="0" clrIdx="954"/>
  <p:cmAuthor id="956" name="木木" initials="木" lastIdx="0" clrIdx="955"/>
  <p:cmAuthor id="957" name="Deng weihua" initials="D" lastIdx="0" clrIdx="956"/>
  <p:cmAuthor id="958" name="邹维敏" initials="邹" lastIdx="0" clrIdx="957"/>
  <p:cmAuthor id="959" name="Dlj0533" initials="D" lastIdx="0" clrIdx="958"/>
  <p:cmAuthor id="960" name="杨淑淇❀" initials="杨" lastIdx="0" clrIdx="959"/>
  <p:cmAuthor id="961" name="Xinyi" initials="X" lastIdx="0" clrIdx="960"/>
  <p:cmAuthor id="962" name="朱云" initials="朱" lastIdx="0" clrIdx="961"/>
  <p:cmAuthor id="963" name="zhaoxx" initials="z" lastIdx="0" clrIdx="962"/>
  <p:cmAuthor id="964" name="yunshengjun" initials="y" lastIdx="0" clrIdx="963"/>
  <p:cmAuthor id="965" name="IdeaNova-manager" initials="I" lastIdx="0" clrIdx="964"/>
  <p:cmAuthor id="966" name="konglu2012@126.com" initials="k" lastIdx="0" clrIdx="965"/>
  <p:cmAuthor id="967" name="Liang Dong" initials="L" lastIdx="0" clrIdx="966"/>
  <p:cmAuthor id="968" name="王潇" initials="王" lastIdx="0" clrIdx="967"/>
  <p:cmAuthor id="969" name="liushiyuan" initials="l" lastIdx="0" clrIdx="968"/>
  <p:cmAuthor id="970" name="张玮" initials="张" lastIdx="0" clrIdx="969"/>
  <p:cmAuthor id="971" name="TPL-1803-310253" initials="T" lastIdx="0" clrIdx="970"/>
  <p:cmAuthor id="972" name="梁柏川" initials="梁" lastIdx="0" clrIdx="971"/>
  <p:cmAuthor id="973" name="Keve" initials="K" lastIdx="0" clrIdx="972"/>
  <p:cmAuthor id="974" name="陆 先生" initials="陆" lastIdx="0" clrIdx="973"/>
  <p:cmAuthor id="975" name="瞿 梅" initials="瞿" lastIdx="0" clrIdx="974"/>
  <p:cmAuthor id="976" name="wenxing" initials="w" lastIdx="0" clrIdx="975"/>
  <p:cmAuthor id="977" name="NINGMEI" initials="N" lastIdx="0" clrIdx="976"/>
  <p:cmAuthor id="978" name="sl" initials="s" lastIdx="0" clrIdx="977"/>
  <p:cmAuthor id="979" name="guo yin" initials="gy" lastIdx="0" clrIdx="978"/>
  <p:cmAuthor id="980" name="SC-CD-YX3B-备用HP1" initials="S" lastIdx="0" clrIdx="979"/>
  <p:cmAuthor id="981" name="abc" initials="a" lastIdx="0" clrIdx="980"/>
  <p:cmAuthor id="982" name="紫藤无语" initials="紫" lastIdx="0" clrIdx="981"/>
  <p:cmAuthor id="983" name="赵云" initials="赵" lastIdx="0" clrIdx="982"/>
  <p:cmAuthor id="984" name="wangyan" initials="w" lastIdx="0" clrIdx="983"/>
  <p:cmAuthor id="985" name="yyb" initials="y" lastIdx="0" clrIdx="984"/>
  <p:cmAuthor id="986" name="刘薇" initials="刘" lastIdx="0" clrIdx="985"/>
  <p:cmAuthor id="987" name="段瑞祥" initials="段" lastIdx="0" clrIdx="986"/>
  <p:cmAuthor id="988" name="孙珍珍" initials="孙" lastIdx="0" clrIdx="987"/>
  <p:cmAuthor id="989" name="李蓓" initials="李" lastIdx="0" clrIdx="988"/>
  <p:cmAuthor id="990" name="童 灏" initials="童" lastIdx="0" clrIdx="989"/>
  <p:cmAuthor id="991" name="yJQ" initials="y" lastIdx="0" clrIdx="990"/>
  <p:cmAuthor id="992" name="俊" initials="俊" lastIdx="0" clrIdx="991"/>
  <p:cmAuthor id="993" name="曾美健" initials="曾" lastIdx="0" clrIdx="992"/>
  <p:cmAuthor id="994" name="肖婧" initials="肖" lastIdx="0" clrIdx="993"/>
  <p:cmAuthor id="995" name="碎声" initials="碎" lastIdx="0" clrIdx="994"/>
  <p:cmAuthor id="996" name="微信用户" initials="微" lastIdx="0" clrIdx="995"/>
  <p:cmAuthor id="997" name="周建成" initials="周" lastIdx="0" clrIdx="996"/>
  <p:cmAuthor id="998" name="金鱼·张晨·远想·项目经理" initials="金" lastIdx="0" clrIdx="997"/>
  <p:cmAuthor id="999" name="JOHNNY GAO" initials="JG" lastIdx="0" clrIdx="998"/>
  <p:cmAuthor id="1000" name="江 玲" initials="江" lastIdx="0" clrIdx="999"/>
  <p:cmAuthor id="1001" name="董家伟" initials="董" lastIdx="0" clrIdx="1000"/>
  <p:cmAuthor id="1002" name="肖雪杉" initials="肖" lastIdx="0" clrIdx="1001"/>
  <p:cmAuthor id="1003" name="巧克力" initials="巧" lastIdx="0" clrIdx="1002"/>
  <p:cmAuthor id="1004" name="C—Lily" initials="C" lastIdx="0" clrIdx="1003"/>
  <p:cmAuthor id="1005" name="JS-HA-ZSB-孙文涛" initials="J" lastIdx="0" clrIdx="1004"/>
  <p:cmAuthor id="1006" name="李恋春" initials="李" lastIdx="0" clrIdx="1005"/>
  <p:cmAuthor id="1007" name="石磊" initials="石磊" lastIdx="0" clrIdx="1006"/>
  <p:cmAuthor id="1008" name="likq06" initials="l" lastIdx="0" clrIdx="1007"/>
  <p:cmAuthor id="1009" name="wangjing48" initials="w" lastIdx="0" clrIdx="1008"/>
  <p:cmAuthor id="1010" name="李巾" initials="李" lastIdx="0" clrIdx="1009"/>
  <p:cmAuthor id="1011" name="阚吉伟" initials="阚" lastIdx="0" clrIdx="1010"/>
  <p:cmAuthor id="1012" name="阚 兴龙" initials="阚" lastIdx="0" clrIdx="1011"/>
  <p:cmAuthor id="1013" name="马 天宁" initials="马" lastIdx="0" clrIdx="1012"/>
  <p:cmAuthor id="1014" name="di wui" initials="d" lastIdx="0" clrIdx="1013"/>
  <p:cmAuthor id="1015" name="Alina" initials="A" lastIdx="0" clrIdx="1014"/>
  <p:cmAuthor id="1016" name="杨林" initials="杨" lastIdx="0" clrIdx="1015"/>
  <p:cmAuthor id="1017" name="gucy05" initials="g" lastIdx="0" clrIdx="1016"/>
  <p:cmAuthor id="1019" name="lu tong" initials="l" lastIdx="0" clrIdx="1018"/>
  <p:cmAuthor id="1020" name="张清霞" initials="张" lastIdx="0" clrIdx="1019"/>
  <p:cmAuthor id="1021" name="yangshh" initials="y" lastIdx="0" clrIdx="1020"/>
  <p:cmAuthor id="1022" name="宋 晨" initials="宋" lastIdx="0" clrIdx="1021"/>
  <p:cmAuthor id="1023" name="梁伟莎莎莎" initials="梁" lastIdx="0" clrIdx="1022"/>
  <p:cmAuthor id="1024" name="丶PanH" initials="丶" lastIdx="0" clrIdx="1023"/>
  <p:cmAuthor id="1025" name="VG" initials="V" lastIdx="0" clrIdx="1024"/>
  <p:cmAuthor id="1026" name="Appleqi" initials="A" lastIdx="0" clrIdx="1025"/>
  <p:cmAuthor id="1027" name="zora" initials="z" lastIdx="0" clrIdx="1026"/>
  <p:cmAuthor id="1028" name="智慧" initials="智" lastIdx="0" clrIdx="1027"/>
  <p:cmAuthor id="1029" name="D...la" initials="D" lastIdx="0" clrIdx="1028"/>
  <p:cmAuthor id="1030" name="YangLanchun" initials="Y" lastIdx="0" clrIdx="1029"/>
  <p:cmAuthor id="1031" name="biu～" initials="b" lastIdx="0" clrIdx="1030"/>
  <p:cmAuthor id="1032" name="灰与幻想" initials="灰" lastIdx="0" clrIdx="1031"/>
  <p:cmAuthor id="1033" name="cony" initials="c" lastIdx="0" clrIdx="1032"/>
  <p:cmAuthor id="1034" name="wangjie²⁰¹⁸" initials="w" lastIdx="0" clrIdx="1033"/>
  <p:cmAuthor id="1035" name="郭大军" initials="郭" lastIdx="0" clrIdx="1034"/>
  <p:cmAuthor id="1036" name="佳菲猫JF" initials="佳" lastIdx="0" clrIdx="1035"/>
  <p:cmAuthor id="1037" name="美好未曾遗失" initials="美" lastIdx="0" clrIdx="1036"/>
  <p:cmAuthor id="1038" name="兔兔" initials="兔" lastIdx="0" clrIdx="1037"/>
  <p:cmAuthor id="1039" name="Lxm100%" initials="L" lastIdx="0" clrIdx="1038"/>
  <p:cmAuthor id="1040" name="Jeffrey" initials="J" lastIdx="0" clrIdx="1039"/>
  <p:cmAuthor id="1041" name="快子" initials="快" lastIdx="0" clrIdx="1040"/>
  <p:cmAuthor id="1042" name="WPS_1696912838" initials="W" lastIdx="0" clrIdx="1041"/>
  <p:cmAuthor id="1043" name="未知用户9" initials="未知用户9" lastIdx="0" clrIdx="1042"/>
  <p:cmAuthor id="1044" name="未知用户10" initials="未知用户10" lastIdx="0" clrIdx="1043"/>
  <p:cmAuthor id="1045" name="未知用户11" initials="未知用户11" lastIdx="0" clrIdx="1044"/>
  <p:cmAuthor id="1046" name="未知用户86" initials="未" lastIdx="0" clrIdx="1045"/>
  <p:cmAuthor id="1047" name="未知用户63" initials="未" lastIdx="0" clrIdx="1046"/>
  <p:cmAuthor id="1048" name="未知用户54" initials="未知用户54" lastIdx="0" clrIdx="1047"/>
  <p:cmAuthor id="1049" name="未知用户85" initials="未知用户85" lastIdx="0" clrIdx="1048"/>
  <p:cmAuthor id="1050" name="未知用户87" initials="未知用户87" lastIdx="0" clrIdx="1049"/>
  <p:cmAuthor id="1051" name="未知用户88" initials="未知用户88" lastIdx="0" clrIdx="1050"/>
  <p:cmAuthor id="1052" name="未知用户95" initials="未知用户95" lastIdx="0" clrIdx="1051"/>
  <p:cmAuthor id="1053" name="未知用户103" initials="未知用户103" lastIdx="0" clrIdx="1052"/>
  <p:cmAuthor id="1054" name="未知用户105" initials="未知用户105" lastIdx="0" clrIdx="1053"/>
  <p:cmAuthor id="1055" name="未知用户107" initials="未知用户107" lastIdx="0" clrIdx="1054"/>
  <p:cmAuthor id="1056" name="未知用户110" initials="未知用户110" lastIdx="0" clrIdx="1055"/>
  <p:cmAuthor id="1057" name=".众有" initials="." lastIdx="0" clrIdx="1056"/>
  <p:cmAuthor id="1058" name="王路_6ze2rae6" initials="authorId_1297-4175380" lastIdx="0" clrIdx="1057"/>
  <p:cmAuthor id="1059" name="邢绍文" initials="邢" lastIdx="0" clrIdx="1058"/>
  <p:cmAuthor id="1060" name="李 嘉" initials="李" lastIdx="0" clrIdx="1059"/>
  <p:cmAuthor id="1061" name="汪 丹丹" initials="汪" lastIdx="0" clrIdx="1060"/>
  <p:cmAuthor id="1063" name="沙俊杰00140688" initials="沙俊杰00140688" lastIdx="0" clrIdx="1062"/>
  <p:cmAuthor id="1064" name="黄静" initials="h" lastIdx="0" clrIdx="1063"/>
  <p:cmAuthor id="1065" name="黄 舒婷" initials="黄" lastIdx="0" clrIdx="1064"/>
  <p:cmAuthor id="1066" name="蔡佩华" initials="a" lastIdx="0" clrIdx="1065"/>
  <p:cmAuthor id="1067" name="Ying Liang" initials="YL" lastIdx="0" clrIdx="1066"/>
  <p:cmAuthor id="1068" name="范日怀" initials="范" lastIdx="0" clrIdx="1067"/>
  <p:cmAuthor id="1069" name="随丹" initials="随" lastIdx="0" clrIdx="1068"/>
  <p:cmAuthor id="1070" name="师晓雪|ayshixiaoxue" initials="师" lastIdx="0" clrIdx="1069"/>
  <p:cmAuthor id="1071" name="亮" initials="亮" lastIdx="0" clrIdx="1070"/>
  <p:cmAuthor id="1072" name="红旗的理想" initials="红" lastIdx="0" clrIdx="1071"/>
  <p:cmAuthor id="1073" name="shq316" initials="s" lastIdx="0" clrIdx="1072"/>
  <p:cmAuthor id="1074" name="shq316@vod365.com" initials="s" lastIdx="0" clrIdx="1073"/>
  <p:cmAuthor id="1075" name="yang fengyu" initials="yf" lastIdx="0" clrIdx="1074"/>
  <p:cmAuthor id="1076" name="李 鑫" initials="李" lastIdx="0" clrIdx="1075"/>
  <p:cmAuthor id="1077" name="Lydia" initials="L" lastIdx="0" clrIdx="1076"/>
  <p:cmAuthor id="1078" name="提笔忘字" initials="提" lastIdx="0" clrIdx="1077"/>
  <p:cmAuthor id="1079" name="耶耶耶" initials="耶" lastIdx="0" clrIdx="1078"/>
  <p:cmAuthor id="1080" name="刘浩" initials="刘" lastIdx="0" clrIdx="1079"/>
  <p:cmAuthor id="353158055" name="韩雨" initials="韩" lastIdx="0" clrIdx="0"/>
  <p:cmAuthor id="1081" name="Vivian Liu" initials="VL" lastIdx="0" clrIdx="1080"/>
  <p:cmAuthor id="1082" name="杨 贺春" initials="杨" lastIdx="0" clrIdx="1081"/>
  <p:cmAuthor id="1083" name="伟哥" initials="伟哥" lastIdx="0" clrIdx="1082"/>
  <p:cmAuthor id="1084" name="wlj352" initials="w" lastIdx="0" clrIdx="1083"/>
  <p:cmAuthor id="1085" name="朗 月" initials="朗" lastIdx="0" clrIdx="1084"/>
  <p:cmAuthor id="1086" name="未知用户488" initials="未" lastIdx="0" clrIdx="1085"/>
  <p:cmAuthor id="1087" name="未知用户482" initials="未" lastIdx="0" clrIdx="1086"/>
  <p:cmAuthor id="1088" name="大雪妖 " initials="大" lastIdx="0" clrIdx="1087"/>
  <p:cmAuthor id="1089" name="君の名は。" initials="君" lastIdx="0" clrIdx="1088"/>
  <p:cmAuthor id="1090" name="高阳" initials="高" lastIdx="0" clrIdx="1089"/>
  <p:cmAuthor id="1091" name="GSTA-ZhR" initials="G" lastIdx="0" clrIdx="1090"/>
  <p:cmAuthor id="1092" name="止夏末" initials="止" lastIdx="0" clrIdx="1091"/>
  <p:cmAuthor id="1093" name="润斌 黄" initials="润黄" lastIdx="0" clrIdx="1092"/>
  <p:cmAuthor id="1094" name="赵永成" initials="赵" lastIdx="0" clrIdx="1093"/>
  <p:cmAuthor id="1095" name="lilj1" initials="l" lastIdx="0" clrIdx="1094"/>
  <p:cmAuthor id="1096" name="16640" initials="1" lastIdx="0" clrIdx="1095"/>
  <p:cmAuthor id="1097" name="未知用户422" initials="未" lastIdx="0" clrIdx="1096"/>
  <p:cmAuthor id="1098" name="hufang" initials="h" lastIdx="0" clrIdx="1097"/>
  <p:cmAuthor id="1099" name="wink" initials="w" lastIdx="0" clrIdx="1098"/>
  <p:cmAuthor id="1100" name="sophia" initials="s" lastIdx="0" clrIdx="1099"/>
  <p:cmAuthor id="1101" name="冯远" initials="冯" lastIdx="0" clrIdx="1100"/>
  <p:cmAuthor id="1102" name="CN=娄川川/OU=河南/O=chtc" initials="L" lastIdx="0" clrIdx="1101"/>
  <p:cmAuthor id="1103" name="李进进" initials="李" lastIdx="0" clrIdx="1102"/>
  <p:cmAuthor id="1104" name="X280" initials="X" lastIdx="0" clrIdx="1103"/>
  <p:cmAuthor id="1105" name="番茄^_^" initials="番" lastIdx="0" clrIdx="1104"/>
  <p:cmAuthor id="1106" name="yudi lin" initials="y" lastIdx="0" clrIdx="1105"/>
  <p:cmAuthor id="1107" name="初七之月亮" initials="初" lastIdx="0" clrIdx="1106"/>
  <p:cmAuthor id="1108" name="李宁" initials="李" lastIdx="0" clrIdx="1107"/>
  <p:cmAuthor id="1109" name="项军杨" initials="项" lastIdx="0" clrIdx="1108"/>
  <p:cmAuthor id="1111" name="康斯坦尼斯拉夫斯基" initials="康" lastIdx="0" clrIdx="1110"/>
  <p:cmAuthor id="1112" name="温蒂" initials="温" lastIdx="0" clrIdx="1111"/>
  <p:cmAuthor id="1113" name="Tea" initials="T" lastIdx="0" clrIdx="1112"/>
  <p:cmAuthor id="1114" name="刁航宇" initials="刁" lastIdx="0" clrIdx="1113"/>
  <p:cmAuthor id="1115" name=" LION" initials=" " lastIdx="0" clrIdx="1114"/>
  <p:cmAuthor id="1116" name="LBB" initials="L" lastIdx="0" clrIdx="1115"/>
  <p:cmAuthor id="1117" name="西赆南琛" initials="西" lastIdx="0" clrIdx="1116"/>
  <p:cmAuthor id="1118" name="与荒野匆匆独白" initials="与" lastIdx="0" clrIdx="1117"/>
  <p:cmAuthor id="1119" name="李亮" initials="李" lastIdx="0" clrIdx="1118"/>
  <p:cmAuthor id="1120" name="夏先生" initials="夏" lastIdx="0" clrIdx="1119"/>
  <p:cmAuthor id="1121" name="niuniu" initials="n" lastIdx="0" clrIdx="1120"/>
  <p:cmAuthor id="1122" name="honor" initials="h" lastIdx="0" clrIdx="1121"/>
  <p:cmAuthor id="1123" name="ccc" initials="c" lastIdx="0" clrIdx="1122"/>
  <p:cmAuthor id="1124" name="天天" initials="天" lastIdx="0" clrIdx="1123"/>
  <p:cmAuthor id="1125" name="PENG" initials="P" lastIdx="0" clrIdx="1124"/>
  <p:cmAuthor id="1126" name="想" initials="想" lastIdx="0" clrIdx="1125"/>
  <p:cmAuthor id="1127" name="杜立旺" initials="杜" lastIdx="0" clrIdx="1126"/>
  <p:cmAuthor id="1128" name="小州Gg" initials="小" lastIdx="0" clrIdx="1127"/>
  <p:cmAuthor id="1129" name="00190724" initials="0" lastIdx="0" clrIdx="1128"/>
  <p:cmAuthor id="1130" name="风之子" initials="风" lastIdx="0" clrIdx="1129"/>
  <p:cmAuthor id="1131" name="胡成飞" initials="胡" lastIdx="0" clrIdx="1130"/>
  <p:cmAuthor id="1132" name="10351191" initials="1" lastIdx="0" clrIdx="1131"/>
  <p:cmAuthor id="1133" name="10015063" initials="1" lastIdx="0" clrIdx="1132"/>
  <p:cmAuthor id="1134" name="马宇媛" initials="马" lastIdx="0" clrIdx="1133"/>
  <p:cmAuthor id="1135" name="HP" initials="H" lastIdx="0" clrIdx="1134"/>
  <p:cmAuthor id="1136" name="洋仔" initials="洋" lastIdx="0" clrIdx="1135"/>
  <p:cmAuthor id="1137" name="liuti" initials="l" lastIdx="0" clrIdx="1136"/>
  <p:cmAuthor id="1138" name="00263262" initials="0" lastIdx="0" clrIdx="1137"/>
  <p:cmAuthor id="1139" name="hw" initials="h" lastIdx="0" clrIdx="1138"/>
  <p:cmAuthor id="1140" name="半暖时光" initials="半" lastIdx="0" clrIdx="1139"/>
  <p:cmAuthor id="1141" name="刘艳群" initials="刘" lastIdx="0" clrIdx="1140"/>
  <p:cmAuthor id="1142" name="依依" initials="依" lastIdx="0" clrIdx="1141"/>
  <p:cmAuthor id="1143" name="huangjin" initials="h" lastIdx="0" clrIdx="1142"/>
  <p:cmAuthor id="1144" name="刘莎_Rnie2Mv6" initials="authorId_1390812686" lastIdx="0" clrIdx="1143"/>
  <p:cmAuthor id="1145" name="卢春尉" initials="卢" lastIdx="0" clrIdx="1144"/>
  <p:cmAuthor id="1146" name="Ellen" initials="E" lastIdx="0" clrIdx="1145"/>
  <p:cmAuthor id="1147" name="谢学斌" initials="谢" lastIdx="0" clrIdx="1146"/>
  <p:cmAuthor id="1148" name="jialuo" initials="j" lastIdx="0" clrIdx="1147"/>
  <p:cmAuthor id="1149" name="林奇" initials="林" lastIdx="0" clrIdx="1148"/>
  <p:cmAuthor id="1150" name="姜熠龙" initials="姜" lastIdx="0" clrIdx="1149"/>
  <p:cmAuthor id="1151" name="杨强" initials="杨" lastIdx="0" clrIdx="1150"/>
  <p:cmAuthor id="1152" name="檀晟 陈" initials="檀晟" lastIdx="0" clrIdx="1151"/>
  <p:cmAuthor id="1153" name="zhangbingqing" initials="z" lastIdx="0" clrIdx="1152"/>
  <p:cmAuthor id="1154" name="tonghailan" initials="t" lastIdx="0" clrIdx="1153"/>
  <p:cmAuthor id="1155" name="Rotar Valky" initials="RV" lastIdx="0" clrIdx="1154"/>
  <p:cmAuthor id="1156" name="ae2000" initials="a" lastIdx="0" clrIdx="1155"/>
  <p:cmAuthor id="1157" name="赵生杰" initials="赵" lastIdx="0" clrIdx="1156"/>
  <p:cmAuthor id="1158" name="LUO CHENG" initials="L" lastIdx="0" clrIdx="1157"/>
  <p:cmAuthor id="1159" name="李 俊琦" initials="李" lastIdx="0" clrIdx="1158"/>
  <p:cmAuthor id="1160" name="王保青-pah" initials="王" lastIdx="0" clrIdx="1159"/>
  <p:cmAuthor id="1161" name="Jason Li" initials="J" lastIdx="0" clrIdx="1160"/>
  <p:cmAuthor id="1162" name="老石" initials="老" lastIdx="0" clrIdx="1161"/>
  <p:cmAuthor id="1163" name="JerryW" initials="J" lastIdx="0" clrIdx="1162"/>
  <p:cmAuthor id="1164" name="Jason Cheung" initials="J" lastIdx="0" clrIdx="1163"/>
  <p:cmAuthor id="1165" name="admini" initials="a" lastIdx="0" clrIdx="1164"/>
  <p:cmAuthor id="1166" name="施兰亭" initials="施兰亭" lastIdx="0" clrIdx="1165"/>
  <p:cmAuthor id="1167" name="t先生" initials="t" lastIdx="0" clrIdx="1166"/>
  <p:cmAuthor id="1168" name="张开明" initials="张" lastIdx="0" clrIdx="1167"/>
  <p:cmAuthor id="1169" name="赵 勇" initials="赵" lastIdx="0" clrIdx="1168"/>
  <p:cmAuthor id="1170" name="1 2" initials="12" lastIdx="0" clrIdx="1169"/>
  <p:cmAuthor id="1171" name="林佳丽" initials="Lin" lastIdx="0" clrIdx="1170"/>
  <p:cmAuthor id="1172" name="China" initials="C" lastIdx="0" clrIdx="1171"/>
  <p:cmAuthor id="1173" name="zte" initials="z" lastIdx="0" clrIdx="1172"/>
  <p:cmAuthor id="1174" name="李楠" initials="李楠" lastIdx="0" clrIdx="1173"/>
  <p:cmAuthor id="1175" name="00006891" initials="0" lastIdx="0" clrIdx="1174"/>
  <p:cmAuthor id="1176" name="10118178" initials="1" lastIdx="0" clrIdx="1175"/>
  <p:cmAuthor id="1177" name="ZZ" initials="Z" lastIdx="0" clrIdx="1176"/>
  <p:cmAuthor id="1178" name="马云飞10014438" initials="马" lastIdx="0" clrIdx="1177"/>
  <p:cmAuthor id="1179" name="25721" initials="2" lastIdx="0" clrIdx="1178"/>
  <p:cmAuthor id="1180" name="z n" initials="zn" lastIdx="0" clrIdx="1179"/>
  <p:cmAuthor id="1181" name="think" initials="t" lastIdx="0" clrIdx="1180"/>
  <p:cmAuthor id="1182" name="zhaoliyuan" initials="z" lastIdx="0" clrIdx="1181"/>
  <p:cmAuthor id="1183" name="施祖阳" initials="shizy" lastIdx="0" clrIdx="1182"/>
  <p:cmAuthor id="1184" name="00035181" initials="0" lastIdx="0" clrIdx="1183"/>
  <p:cmAuthor id="1185" name="18745" initials="1" lastIdx="0" clrIdx="1184"/>
  <p:cmAuthor id="1186" name="Happy" initials="H" lastIdx="0" clrIdx="1185"/>
  <p:cmAuthor id="1187" name="Office" initials="O" lastIdx="0" clrIdx="1186"/>
  <p:cmAuthor id="1188" name="未知用户189" initials="未" lastIdx="0" clrIdx="1187"/>
  <p:cmAuthor id="1189" name="谢少珍" initials="W用" lastIdx="0" clrIdx="1188"/>
  <p:cmAuthor id="1190" name="刘筱晔" initials="LXY" lastIdx="0" clrIdx="1189"/>
  <p:cmAuthor id="1191" name="G.S.7" initials="G" lastIdx="0" clrIdx="1190"/>
  <p:cmAuthor id="1192" name="原全新" initials="原" lastIdx="0" clrIdx="1191"/>
  <p:cmAuthor id="1193" name="guoning" initials="g" lastIdx="0" clrIdx="1192"/>
  <p:cmAuthor id="1194" name="曹增稳" initials="曹" lastIdx="0" clrIdx="1193"/>
  <p:cmAuthor id="1195" name="gaojg02" initials="g" lastIdx="0" clrIdx="1194"/>
  <p:cmAuthor id="1196" name="maomao" initials="m" lastIdx="0" clrIdx="1195"/>
  <p:cmAuthor id="1197" name="小明" initials="小" lastIdx="0" clrIdx="1196"/>
  <p:cmAuthor id="1198" name="程玉珍" initials="程" lastIdx="0" clrIdx="1197"/>
  <p:cmAuthor id="1199" name="929494587@qq.com" initials="9" lastIdx="0" clrIdx="1198"/>
  <p:cmAuthor id="1200" name="孙 澍" initials="孙" lastIdx="0" clrIdx="1199"/>
  <p:cmAuthor id="1201" name="佚名" initials="1" lastIdx="0" clrIdx="1200"/>
  <p:cmAuthor id="1202" name="sk" initials="s" lastIdx="0" clrIdx="1201"/>
  <p:cmAuthor id="1203" name="余森" initials="余森" lastIdx="0" clrIdx="1202"/>
  <p:cmAuthor id="1204" name="Am'be'r" initials="A" lastIdx="0" clrIdx="1203"/>
  <p:cmAuthor id="1205" name="李静" initials="李" lastIdx="0" clrIdx="1204"/>
  <p:cmAuthor id="1206" name="贲春刚" initials="贲" lastIdx="0" clrIdx="1205"/>
  <p:cmAuthor id="1207" name="杜 洋" initials="杜" lastIdx="0" clrIdx="1206"/>
  <p:cmAuthor id="1208" name="hee-lhb" initials="h" lastIdx="0" clrIdx="1207"/>
  <p:cmAuthor id="1209" name="chenjy1018@outlook.com" initials="c" lastIdx="0" clrIdx="1208"/>
  <p:cmAuthor id="1210" name="雕刻时光 1987" initials="雕" lastIdx="0" clrIdx="1209"/>
  <p:cmAuthor id="1211" name="xingxf" initials="x" lastIdx="0" clrIdx="1210"/>
  <p:cmAuthor id="1212" name="王 婧" initials="王" lastIdx="0" clrIdx="1211"/>
  <p:cmAuthor id="1213" name="李岩" initials="李" lastIdx="0" clrIdx="1212"/>
  <p:cmAuthor id="1214" name="康炳振" initials="康" lastIdx="0" clrIdx="1213"/>
  <p:cmAuthor id="1215" name="zhums" initials="z" lastIdx="0" clrIdx="1214"/>
  <p:cmAuthor id="1216" name="Eileen Yi" initials="E" lastIdx="0" clrIdx="1215"/>
  <p:cmAuthor id="1217" name="kp l" initials="k" lastIdx="0" clrIdx="1216"/>
  <p:cmAuthor id="1218" name="姜文静" initials="姜" lastIdx="0" clrIdx="1217"/>
  <p:cmAuthor id="1219" name="蔡静敏" initials="蔡" lastIdx="0" clrIdx="1218"/>
  <p:cmAuthor id="1220" name="李珔暐" initials="李" lastIdx="0" clrIdx="1219"/>
  <p:cmAuthor id="1221" name="未定义" initials="未" lastIdx="0" clrIdx="1220"/>
  <p:cmAuthor id="1222" name="康玮华" initials="康" lastIdx="0" clrIdx="1221"/>
  <p:cmAuthor id="1223" name="tpuser" initials="t" lastIdx="0" clrIdx="1222"/>
  <p:cmAuthor id="1224" name="wang xin" initials="w" lastIdx="0" clrIdx="1223"/>
  <p:cmAuthor id="1225" name="Virginia" initials="V" lastIdx="0" clrIdx="1224"/>
  <p:cmAuthor id="1226" name="tk-taiyuan" initials="t" lastIdx="0" clrIdx="1225"/>
  <p:cmAuthor id="241093323" name="小朱" initials="小" lastIdx="1" clrIdx="0"/>
  <p:cmAuthor id="1227" name="马琛琛" initials="马" lastIdx="0" clrIdx="1226"/>
  <p:cmAuthor id="1228" name="THINPAD" initials="T" lastIdx="0" clrIdx="1227"/>
  <p:cmAuthor id="1229" name="bc" initials="b" lastIdx="0" clrIdx="1228"/>
  <p:cmAuthor id="1230" name="林慧娴" initials="林" lastIdx="0" clrIdx="1229"/>
  <p:cmAuthor id="1231" name="Localadmin" initials="L" lastIdx="0" clrIdx="1230"/>
  <p:cmAuthor id="1232" name="王航" initials="王" lastIdx="0" clrIdx="1231"/>
  <p:cmAuthor id="1233" name="daiyi06" initials="d" lastIdx="0" clrIdx="1232"/>
  <p:cmAuthor id="1234" name="滕杰" initials="滕" lastIdx="0" clrIdx="1233"/>
  <p:cmAuthor id="1235" name="hp" initials="h" lastIdx="0" clrIdx="1234"/>
  <p:cmAuthor id="1236" name="韩喆权" initials="韩" lastIdx="0" clrIdx="1235"/>
  <p:cmAuthor id="1237" name="McGlasson, Louise" initials="M" lastIdx="0" clrIdx="1236"/>
  <p:cmAuthor id="1238" name="Windows User" initials="WU" lastIdx="0" clrIdx="1237"/>
  <p:cmAuthor id="1239" name="生菜" initials="生" lastIdx="0" clrIdx="1238"/>
  <p:cmAuthor id="1240" name="郭瑞博" initials="郭" lastIdx="0" clrIdx="1239"/>
  <p:cmAuthor id="1241" name="00305056" initials="0" lastIdx="0" clrIdx="1240"/>
  <p:cmAuthor id="1242" name="Cushion" initials="C" lastIdx="0" clrIdx="1241"/>
  <p:cmAuthor id="1243" name="A熊泽锐" initials="A" lastIdx="0" clrIdx="1242"/>
  <p:cmAuthor id="756648232" name="Miranda Bi" initials="M" lastIdx="0" clrIdx="0"/>
  <p:cmAuthor id="1244" name="00067706" initials="0" lastIdx="0" clrIdx="1243"/>
  <p:cmAuthor id="1245" name="江莉萍|jiangliping" initials="W用" lastIdx="0" clrIdx="1244"/>
  <p:cmAuthor id="1246" name="大攀" initials="大" lastIdx="0" clrIdx="1245"/>
  <p:cmAuthor id="1247" name="leif" initials="l" lastIdx="0" clrIdx="1246"/>
  <p:cmAuthor id="1248" name="企业用户_803309284" initials="企" lastIdx="0" clrIdx="1247"/>
  <p:cmAuthor id="756648237" name="Sylan♈️、" initials="S" lastIdx="0" clrIdx="0"/>
  <p:cmAuthor id="1249" name="北野战萧" initials="北" lastIdx="0" clrIdx="1248"/>
  <p:cmAuthor id="756648238" name="王灏" initials="王灏" lastIdx="1" clrIdx="3"/>
  <p:cmAuthor id="1250" name="徐旸" initials="徐" lastIdx="0" clrIdx="1249"/>
  <p:cmAuthor id="756648239" name="Microsoft Office User" initials="Office" lastIdx="1" clrIdx="4"/>
  <p:cmAuthor id="1251" name="zqsgs" initials="z" lastIdx="0" clrIdx="1250"/>
  <p:cmAuthor id="1252" name="李 少峰" initials="李" lastIdx="0" clrIdx="1251"/>
  <p:cmAuthor id="1253" name="10327298" initials="1" lastIdx="0" clrIdx="1252"/>
  <p:cmAuthor id="1254" name="he feng" initials="h" lastIdx="0" clrIdx="1253"/>
  <p:cmAuthor id="1255" name="乐燕" initials="乐" lastIdx="0" clrIdx="1254"/>
  <p:cmAuthor id="1256" name="FAN" initials="F" lastIdx="0" clrIdx="1255"/>
  <p:cmAuthor id="1257" name="sunaoran" initials="s" lastIdx="0" clrIdx="1256"/>
  <p:cmAuthor id="1258" name="JIANG QUN" initials="J" lastIdx="0" clrIdx="1257"/>
  <p:cmAuthor id="1259" name="10109399" initials="1" lastIdx="0" clrIdx="1258"/>
  <p:cmAuthor id="1260" name="董耘_um22zMFb" initials="authorId_1461203234" lastIdx="0" clrIdx="1259"/>
  <p:cmAuthor id="1261" name="廖一明" initials="廖一明" lastIdx="0" clrIdx="1260"/>
  <p:cmAuthor id="1262" name="Ghuck" initials="G" lastIdx="0" clrIdx="1261"/>
  <p:cmAuthor id="1263" name="�Ÿ�" initials="�" lastIdx="0" clrIdx="1262"/>
  <p:cmAuthor id="1264" name="zh" initials="z" lastIdx="0" clrIdx="1263"/>
  <p:cmAuthor id="1265" name="heweia@digiwin.com" initials="h" lastIdx="0" clrIdx="1264"/>
  <p:cmAuthor id="1266" name="李锦贞00249252" initials="MSOffice" lastIdx="0" clrIdx="1265"/>
  <p:cmAuthor id="1267" name="10111841" initials="1" lastIdx="0" clrIdx="1266"/>
  <p:cmAuthor id="1268" name="Liangdp" initials="L" lastIdx="0" clrIdx="1267"/>
  <p:cmAuthor id="1269" name="未知用户220" initials="未" lastIdx="0" clrIdx="1268"/>
  <p:cmAuthor id="1270" name="姚琳" initials="姚" lastIdx="0" clrIdx="1269"/>
  <p:cmAuthor id="1271" name="方婷婷" initials="方" lastIdx="0" clrIdx="1270"/>
  <p:cmAuthor id="1272" name="chen" initials="c" lastIdx="0" clrIdx="1271"/>
  <p:cmAuthor id="1273" name="王 成岩" initials="王" lastIdx="0" clrIdx="1272"/>
  <p:cmAuthor id="1274" name="陶夏溦" initials="陶夏溦" lastIdx="0" clrIdx="1273"/>
  <p:cmAuthor id="1275" name="关璐" initials="关" lastIdx="0" clrIdx="1274"/>
  <p:cmAuthor id="1276" name="Meffect" initials="M" lastIdx="0" clrIdx="1275"/>
  <p:cmAuthor id="1277" name="子小T光军" initials="子" lastIdx="0" clrIdx="1276"/>
  <p:cmAuthor id="1278" name="永月墨夜" initials="永" lastIdx="0" clrIdx="1277"/>
  <p:cmAuthor id="1279" name="糕酥...●—●" initials="糕" lastIdx="0" clrIdx="1278"/>
  <p:cmAuthor id="1280" name="10344322" initials="1" lastIdx="0" clrIdx="1279"/>
  <p:cmAuthor id="1281" name="Unknown User80" initials="U" lastIdx="0" clrIdx="1280"/>
  <p:cmAuthor id="1282" name="李大嗨" initials="李" lastIdx="0" clrIdx="1281"/>
  <p:cmAuthor id="1283" name="未知用户276" initials="未" lastIdx="0" clrIdx="1282"/>
  <p:cmAuthor id="1284" name="Steve" initials="S" lastIdx="0" clrIdx="1283"/>
  <p:cmAuthor id="1285" name="wmcmdi" initials="w" lastIdx="0" clrIdx="1284"/>
  <p:cmAuthor id="1286" name="刘亮" initials="刘" lastIdx="0" clrIdx="1285"/>
  <p:cmAuthor id="1287" name="Nora" initials="N" lastIdx="0" clrIdx="1286"/>
  <p:cmAuthor id="1288" name="张青山" initials="张青山" lastIdx="0" clrIdx="1287"/>
  <p:cmAuthor id="1289" name="mc" initials="m" lastIdx="0" clrIdx="1288"/>
  <p:cmAuthor id="1290" name="86156" initials="8" lastIdx="0" clrIdx="1289"/>
  <p:cmAuthor id="1291" name="杨丹" initials="6" lastIdx="0" clrIdx="1290"/>
  <p:cmAuthor id="1292" name="刚刚好_RBZbyEj2" initials="authorId_256324335" lastIdx="0" clrIdx="1291"/>
  <p:cmAuthor id="1293" name="黄鸿达" initials="黄" lastIdx="0" clrIdx="1292"/>
  <p:cmAuthor id="1294" name="鲁琪_ayIzYrYZ" initials="authorId_602698507" lastIdx="0" clrIdx="1293"/>
  <p:cmAuthor id="1295" name="黄百成_m6Jjq6bQ" initials="authorId_901868002" lastIdx="0" clrIdx="1294"/>
  <p:cmAuthor id="1296" name="烬飞默途" initials="烬" lastIdx="0" clrIdx="1295"/>
  <p:cmAuthor id="1297" name="阿勇" initials="阿" lastIdx="0" clrIdx="1296"/>
  <p:cmAuthor id="1299" name="未知用户270" initials="未" lastIdx="0" clrIdx="1298"/>
  <p:cmAuthor id="1300" name="USER631805" initials="U" lastIdx="0" clrIdx="1299"/>
  <p:cmAuthor id="1301" name="杨岚 00340308" initials="0" lastIdx="0" clrIdx="1300"/>
  <p:cmAuthor id="1302" name="marmot" initials="m" lastIdx="0" clrIdx="1301"/>
  <p:cmAuthor id="1303" name="未知用户265" initials="未" lastIdx="0" clrIdx="1302"/>
  <p:cmAuthor id="1304" name="未知用户298" initials="未" lastIdx="0" clrIdx="1303"/>
  <p:cmAuthor id="1305" name="未知用户302" initials="未" lastIdx="0" clrIdx="1304"/>
  <p:cmAuthor id="1306" name="10009993" initials="1" lastIdx="0" clrIdx="1305"/>
  <p:cmAuthor id="1307" name="10010178" initials="1" lastIdx="0" clrIdx="1306"/>
  <p:cmAuthor id="1308" name="董艺萱00344473" initials="董艺萱003444" lastIdx="0" clrIdx="1307"/>
  <p:cmAuthor id="1309" name="10270505" initials="1" lastIdx="0" clrIdx="1308"/>
  <p:cmAuthor id="1310" name="ZTEczq" initials="1" lastIdx="0" clrIdx="1309"/>
  <p:cmAuthor id="1311" name="10129659" initials="1" lastIdx="0" clrIdx="1310"/>
  <p:cmAuthor id="1312" name="10049832" initials="1" lastIdx="0" clrIdx="1311"/>
  <p:cmAuthor id="1313" name="10005115" initials="1" lastIdx="0" clrIdx="1312"/>
  <p:cmAuthor id="1314" name="无" initials="无" lastIdx="0" clrIdx="1313"/>
  <p:cmAuthor id="1315" name="10100374" initials="1" lastIdx="0" clrIdx="1314"/>
  <p:cmAuthor id="1316" name="10012613" initials="1" lastIdx="0" clrIdx="1315"/>
  <p:cmAuthor id="1317" name="10155396" initials="1" lastIdx="0" clrIdx="1316"/>
  <p:cmAuthor id="1318" name="00024812" initials="0" lastIdx="0" clrIdx="13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D7D"/>
    <a:srgbClr val="E9EDF1"/>
    <a:srgbClr val="0000FF"/>
    <a:srgbClr val="DB0000"/>
    <a:srgbClr val="140A00"/>
    <a:srgbClr val="FCAD36"/>
    <a:srgbClr val="FFFFCC"/>
    <a:srgbClr val="FFF3CA"/>
    <a:srgbClr val="DB6E6E"/>
    <a:srgbClr val="B7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18" autoAdjust="0"/>
    <p:restoredTop sz="94668" autoAdjust="0"/>
  </p:normalViewPr>
  <p:slideViewPr>
    <p:cSldViewPr snapToGrid="0">
      <p:cViewPr>
        <p:scale>
          <a:sx n="125" d="100"/>
          <a:sy n="125" d="100"/>
        </p:scale>
        <p:origin x="1284" y="7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[工作簿2]Sheet1!$B$5</c:f>
              <c:strCache>
                <c:ptCount val="1"/>
                <c:pt idx="0">
                  <c:v>工作量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1054100" dir="5400000" algn="ctr" rotWithShape="0">
                <a:srgbClr val="000000">
                  <a:alpha val="4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50800" dist="1054100" dir="5400000" algn="ctr" rotWithShape="0">
                  <a:srgbClr val="000000">
                    <a:alpha val="4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B4D-494B-BF2A-0610B628882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[工作簿2]Sheet1!$C$4:$D$4</c:f>
              <c:strCache>
                <c:ptCount val="2"/>
                <c:pt idx="0">
                  <c:v>固化工作</c:v>
                </c:pt>
                <c:pt idx="1">
                  <c:v>新增工作</c:v>
                </c:pt>
              </c:strCache>
            </c:strRef>
          </c:cat>
          <c:val>
            <c:numRef>
              <c:f>[工作簿2]Sheet1!$C$5:$D$5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4D-494B-BF2A-0610B62888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0905984"/>
        <c:axId val="170907520"/>
      </c:barChart>
      <c:lineChart>
        <c:grouping val="standard"/>
        <c:varyColors val="0"/>
        <c:ser>
          <c:idx val="1"/>
          <c:order val="1"/>
          <c:tx>
            <c:strRef>
              <c:f>[工作簿2]Sheet1!$B$6</c:f>
              <c:strCache>
                <c:ptCount val="1"/>
                <c:pt idx="0">
                  <c:v>人力占比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.14375000000000002"/>
                  <c:y val="-0.14097222222222303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800" b="1" i="0" u="none" strike="noStrike" kern="1200" baseline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defRPr>
                    </a:pPr>
                    <a:r>
                      <a:rPr lang="en-US" altLang="zh-CN"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rPr>
                      <a:t>10%</a:t>
                    </a:r>
                  </a:p>
                  <a:p>
                    <a:pPr defTabSz="914400">
                      <a:defRPr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defRPr>
                    </a:pPr>
                    <a:r>
                      <a:rPr lang="zh-CN" altLang="en-US"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rPr>
                      <a:t>人力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 defTabSz="914400">
                    <a:defRPr lang="zh-CN" sz="1800" b="1" i="0" u="none" strike="noStrike" kern="1200" baseline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B4D-494B-BF2A-0610B628882F}"/>
                </c:ext>
              </c:extLst>
            </c:dLbl>
            <c:dLbl>
              <c:idx val="1"/>
              <c:layout>
                <c:manualLayout>
                  <c:x val="-0.25333333333333297"/>
                  <c:y val="0.13055555555555598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800" b="1" i="0" u="none" strike="noStrike" kern="1200" baseline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defRPr>
                    </a:pPr>
                    <a:r>
                      <a:rPr lang="en-US" altLang="zh-CN"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rPr>
                      <a:t>90%</a:t>
                    </a:r>
                  </a:p>
                  <a:p>
                    <a:pPr defTabSz="914400">
                      <a:defRPr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defRPr>
                    </a:pPr>
                    <a:r>
                      <a:rPr lang="zh-CN" altLang="en-US" sz="18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rPr>
                      <a:t>人力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 defTabSz="914400">
                    <a:defRPr lang="zh-CN" sz="1800" b="1" i="0" u="none" strike="noStrike" kern="1200" baseline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B4D-494B-BF2A-0610B62888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400" b="1" i="0" u="none" strike="noStrike" kern="1200" baseline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[工作簿2]Sheet1!$C$4:$D$4</c:f>
              <c:strCache>
                <c:ptCount val="2"/>
                <c:pt idx="0">
                  <c:v>固化工作</c:v>
                </c:pt>
                <c:pt idx="1">
                  <c:v>新增工作</c:v>
                </c:pt>
              </c:strCache>
            </c:strRef>
          </c:cat>
          <c:val>
            <c:numRef>
              <c:f>[工作簿2]Sheet1!$C$6:$D$6</c:f>
              <c:numCache>
                <c:formatCode>0%</c:formatCode>
                <c:ptCount val="2"/>
                <c:pt idx="0">
                  <c:v>0.1</c:v>
                </c:pt>
                <c:pt idx="1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B4D-494B-BF2A-0610B62888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0905984"/>
        <c:axId val="170907520"/>
      </c:lineChart>
      <c:catAx>
        <c:axId val="1709059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170907520"/>
        <c:crosses val="autoZero"/>
        <c:auto val="1"/>
        <c:lblAlgn val="ctr"/>
        <c:lblOffset val="100"/>
        <c:noMultiLvlLbl val="0"/>
      </c:catAx>
      <c:valAx>
        <c:axId val="17090752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70905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pPr/>
              <a:t>2026/7/13/Mon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CB78-7D82-4406-8547-8675BA2C544D}" type="datetimeFigureOut">
              <a:rPr lang="zh-CN" altLang="en-US" smtClean="0"/>
              <a:pPr/>
              <a:t>2026/7/13/Mon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D76DB-6728-4E34-8987-6B015A65011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331788" y="798513"/>
            <a:ext cx="7112001" cy="4000500"/>
          </a:xfrm>
        </p:spPr>
        <p:txBody>
          <a:bodyPr/>
          <a:lstStyle/>
          <a:p>
            <a:endParaRPr/>
          </a:p>
        </p:txBody>
      </p:sp>
      <p:sp>
        <p:nvSpPr>
          <p:cNvPr id="1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1360" indent="-277495"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09980" indent="-221615"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53845" indent="-221615"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997075" indent="-221615"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41575" indent="-221615" defTabSz="8858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885440" indent="-221615" defTabSz="8858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28035" indent="-221615" defTabSz="8858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771900" indent="-221615" defTabSz="8858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8858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62B08F-A66A-4322-B281-B36242BFC2E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8858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331788" y="798513"/>
            <a:ext cx="7112001" cy="4000500"/>
          </a:xfrm>
        </p:spPr>
        <p:txBody>
          <a:bodyPr/>
          <a:lstStyle/>
          <a:p>
            <a:endParaRPr/>
          </a:p>
        </p:txBody>
      </p:sp>
      <p:sp>
        <p:nvSpPr>
          <p:cNvPr id="1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1360" indent="-277495"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09980" indent="-221615"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53845" indent="-221615"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997075" indent="-221615" defTabSz="885825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41575" indent="-221615" defTabSz="8858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885440" indent="-221615" defTabSz="8858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28035" indent="-221615" defTabSz="8858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771900" indent="-221615" defTabSz="8858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8858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62B08F-A66A-4322-B281-B36242BFC2E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8858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199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1523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170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0619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3480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7980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2883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913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1608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8298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 0">
    <p:bg>
      <p:bgPr>
        <a:blipFill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6"/>
          <p:cNvSpPr/>
          <p:nvPr/>
        </p:nvSpPr>
        <p:spPr>
          <a:xfrm>
            <a:off x="0" y="0"/>
            <a:ext cx="12192000" cy="1408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及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/>
          <p:nvPr userDrawn="1"/>
        </p:nvSpPr>
        <p:spPr>
          <a:xfrm>
            <a:off x="0" y="6360099"/>
            <a:ext cx="12192000" cy="497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6" rIns="91450" bIns="4572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1"/>
          <p:cNvSpPr/>
          <p:nvPr userDrawn="1"/>
        </p:nvSpPr>
        <p:spPr>
          <a:xfrm>
            <a:off x="5253862" y="6360099"/>
            <a:ext cx="1645029" cy="39241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33" tIns="49533" rIns="49533" bIns="49533" numCol="1" spcCol="38102" rtlCol="0" anchor="ctr">
            <a:spAutoFit/>
          </a:bodyPr>
          <a:lstStyle/>
          <a:p>
            <a:pPr marL="0" marR="0" lvl="0" indent="0" algn="l" defTabSz="990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Calibri" panose="020F0502020204030204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713031" y="6447753"/>
            <a:ext cx="435428" cy="36670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-3941" y="1"/>
            <a:ext cx="10515600" cy="877824"/>
          </a:xfrm>
        </p:spPr>
        <p:txBody>
          <a:bodyPr/>
          <a:lstStyle>
            <a:lvl1pPr>
              <a:def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sp>
        <p:nvSpPr>
          <p:cNvPr id="13" name="Line 5"/>
          <p:cNvSpPr>
            <a:spLocks noChangeShapeType="1"/>
          </p:cNvSpPr>
          <p:nvPr userDrawn="1"/>
        </p:nvSpPr>
        <p:spPr bwMode="auto">
          <a:xfrm>
            <a:off x="1" y="765175"/>
            <a:ext cx="12192000" cy="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5681"/>
            <a:ext cx="12192000" cy="6191254"/>
          </a:xfrm>
          <a:prstGeom prst="rect">
            <a:avLst/>
          </a:prstGeom>
          <a:noFill/>
        </p:spPr>
      </p:pic>
      <p:sp>
        <p:nvSpPr>
          <p:cNvPr id="16" name="灯片编号占位符 9"/>
          <p:cNvSpPr txBox="1"/>
          <p:nvPr userDrawn="1"/>
        </p:nvSpPr>
        <p:spPr>
          <a:xfrm>
            <a:off x="11416918" y="6397051"/>
            <a:ext cx="587932" cy="323165"/>
          </a:xfrm>
          <a:prstGeom prst="rect">
            <a:avLst/>
          </a:prstGeom>
        </p:spPr>
        <p:txBody>
          <a:bodyPr vert="horz" lIns="91419" tIns="45709" rIns="91419" bIns="45709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z="1200" smtClean="0"/>
              <a:pPr/>
              <a:t>‹#›</a:t>
            </a:fld>
            <a:endParaRPr lang="en-US" altLang="zh-CN" sz="1200" dirty="0"/>
          </a:p>
        </p:txBody>
      </p:sp>
      <p:sp>
        <p:nvSpPr>
          <p:cNvPr id="17" name="标题 2"/>
          <p:cNvSpPr>
            <a:spLocks noGrp="1"/>
          </p:cNvSpPr>
          <p:nvPr>
            <p:ph type="title"/>
          </p:nvPr>
        </p:nvSpPr>
        <p:spPr>
          <a:xfrm>
            <a:off x="19058" y="65390"/>
            <a:ext cx="10337393" cy="648820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0" name="灯片编号占位符 9"/>
          <p:cNvSpPr txBox="1"/>
          <p:nvPr userDrawn="1"/>
        </p:nvSpPr>
        <p:spPr>
          <a:xfrm>
            <a:off x="11416918" y="6397049"/>
            <a:ext cx="587932" cy="323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1" name="标题 2"/>
          <p:cNvSpPr>
            <a:spLocks noGrp="1"/>
          </p:cNvSpPr>
          <p:nvPr>
            <p:ph type="title"/>
          </p:nvPr>
        </p:nvSpPr>
        <p:spPr>
          <a:xfrm>
            <a:off x="483487" y="160055"/>
            <a:ext cx="4708655" cy="648577"/>
          </a:xfrm>
        </p:spPr>
        <p:txBody>
          <a:bodyPr>
            <a:normAutofit/>
          </a:bodyPr>
          <a:lstStyle>
            <a:lvl1pPr algn="l">
              <a:defRPr sz="2400" b="0">
                <a:solidFill>
                  <a:schemeClr val="bg2">
                    <a:lumMod val="25000"/>
                  </a:schemeClr>
                </a:solidFill>
                <a:latin typeface="思源黑体 CN Bold" pitchFamily="34" charset="-122"/>
                <a:ea typeface="思源黑体 CN Bold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094"/>
            <a:ext cx="12204004" cy="558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4" name="矩形"/>
          <p:cNvSpPr/>
          <p:nvPr/>
        </p:nvSpPr>
        <p:spPr>
          <a:xfrm>
            <a:off x="11361677" y="6375740"/>
            <a:ext cx="657291" cy="3231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400" b="0" i="0" u="none" strike="noStrike" kern="1200" cap="none" spc="0" baseline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pPr marL="0" indent="0" algn="r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zh-CN" altLang="en-US" sz="1400" b="0" i="0" u="none" strike="noStrike" kern="1200" cap="none" spc="0" baseline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title" hasCustomPrompt="1"/>
          </p:nvPr>
        </p:nvSpPr>
        <p:spPr>
          <a:xfrm>
            <a:off x="72001" y="2"/>
            <a:ext cx="10987510" cy="765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单击此处编辑其他章标题</a:t>
            </a:r>
          </a:p>
        </p:txBody>
      </p:sp>
      <p:sp>
        <p:nvSpPr>
          <p:cNvPr id="26" name="文本框"/>
          <p:cNvSpPr>
            <a:spLocks noGrp="1"/>
          </p:cNvSpPr>
          <p:nvPr>
            <p:ph type="body" idx="1" hasCustomPrompt="1"/>
          </p:nvPr>
        </p:nvSpPr>
        <p:spPr>
          <a:xfrm>
            <a:off x="144000" y="864235"/>
            <a:ext cx="12013064" cy="1296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276225" indent="-27622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正文第一级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546100" indent="-27495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正文第二级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815340" indent="-274320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正文第三级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2026/7/13/Mon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8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/>
          <p:cNvPicPr/>
          <p:nvPr userDrawn="1"/>
        </p:nvPicPr>
        <p:blipFill>
          <a:blip r:embed="rId12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4"/>
          <p:cNvPicPr/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文本框 7"/>
          <p:cNvSpPr txBox="1"/>
          <p:nvPr/>
        </p:nvSpPr>
        <p:spPr>
          <a:xfrm>
            <a:off x="269979" y="1831106"/>
            <a:ext cx="115033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学会取数</a:t>
            </a:r>
            <a:endParaRPr lang="en-US" altLang="zh-CN" sz="6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469" name="文本框 5"/>
          <p:cNvSpPr txBox="1"/>
          <p:nvPr/>
        </p:nvSpPr>
        <p:spPr>
          <a:xfrm>
            <a:off x="1546225" y="3046651"/>
            <a:ext cx="9099550" cy="965449"/>
          </a:xfrm>
          <a:prstGeom prst="rect">
            <a:avLst/>
          </a:prstGeom>
          <a:noFill/>
        </p:spPr>
        <p:txBody>
          <a:bodyPr wrap="square" lIns="95560" tIns="47780" rIns="95560" bIns="4778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团队首个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落地应用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从业务需求到取数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</a:p>
          <a:p>
            <a:pPr marL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endParaRPr sz="2000" b="1" i="0" u="none" strike="noStrike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现状：由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我要取个数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，而带来的低效率劳动</a:t>
            </a:r>
          </a:p>
        </p:txBody>
      </p:sp>
      <p:sp>
        <p:nvSpPr>
          <p:cNvPr id="5" name="文本框 29"/>
          <p:cNvSpPr/>
          <p:nvPr/>
        </p:nvSpPr>
        <p:spPr>
          <a:xfrm>
            <a:off x="5221605" y="1234440"/>
            <a:ext cx="3637280" cy="1614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帮我取个数？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不知道可以取什么数据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不知道如何定义数据口径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汇报时与其他部门的数据对不上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120775" y="1070610"/>
            <a:ext cx="3069590" cy="2649220"/>
            <a:chOff x="1765" y="1880"/>
            <a:chExt cx="4834" cy="4172"/>
          </a:xfrm>
        </p:grpSpPr>
        <p:pic>
          <p:nvPicPr>
            <p:cNvPr id="2" name="图片 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65" y="1880"/>
              <a:ext cx="4834" cy="3059"/>
            </a:xfrm>
            <a:prstGeom prst="rect">
              <a:avLst/>
            </a:prstGeom>
            <a:effectLst>
              <a:softEdge rad="127000"/>
            </a:effectLst>
          </p:spPr>
        </p:pic>
        <p:sp>
          <p:nvSpPr>
            <p:cNvPr id="18447" name="矩形 31"/>
            <p:cNvSpPr/>
            <p:nvPr/>
          </p:nvSpPr>
          <p:spPr>
            <a:xfrm>
              <a:off x="1934" y="4939"/>
              <a:ext cx="4466" cy="11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lvl="0" indent="-228600" algn="l" defTabSz="914400" eaLnBrk="0" fontAlgn="base" latinLnBrk="0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u="non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685800" lvl="1" indent="-228600" algn="l" defTabSz="91440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b="0" i="0" u="non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b="0" i="0" u="non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b="0" i="0" u="non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eaLnBrk="0" fontAlgn="base" latinLnBrk="0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800" b="0" i="0" u="none" kern="1200" baseline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需求方</a:t>
              </a:r>
            </a:p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（部门</a:t>
              </a:r>
              <a:r>
                <a:rPr lang="en-US" altLang="zh-CN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/</a:t>
              </a: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中心</a:t>
              </a:r>
              <a:r>
                <a:rPr lang="en-US" altLang="zh-CN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/</a:t>
              </a:r>
              <a:r>
                <a:rPr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县分等）</a:t>
              </a:r>
            </a:p>
          </p:txBody>
        </p:sp>
      </p:grpSp>
      <p:sp>
        <p:nvSpPr>
          <p:cNvPr id="15" name="文本框 29"/>
          <p:cNvSpPr/>
          <p:nvPr/>
        </p:nvSpPr>
        <p:spPr>
          <a:xfrm>
            <a:off x="565150" y="4886960"/>
            <a:ext cx="5530850" cy="1614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要取什么数？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每次需求都要沟通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个性化定义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的口径，双方理解有困难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同样的业务指标，口径稍有差异也要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重新开发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数据提取脚本无法复用，每项需求都要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重新编写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015" y="4482465"/>
            <a:ext cx="3657600" cy="20193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2" name="矩形 31"/>
          <p:cNvSpPr/>
          <p:nvPr/>
        </p:nvSpPr>
        <p:spPr>
          <a:xfrm>
            <a:off x="6692265" y="5750560"/>
            <a:ext cx="11747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lvl="0" indent="-228600" algn="l" defTabSz="91440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685800" lvl="1" indent="-228600" algn="l" defTabSz="91440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b="0" i="0" u="none" kern="1200" baseline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IT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业支</a:t>
            </a:r>
          </a:p>
        </p:txBody>
      </p:sp>
      <p:graphicFrame>
        <p:nvGraphicFramePr>
          <p:cNvPr id="4" name="图表 3"/>
          <p:cNvGraphicFramePr/>
          <p:nvPr/>
        </p:nvGraphicFramePr>
        <p:xfrm>
          <a:off x="3545840" y="261429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椭圆 9"/>
          <p:cNvSpPr/>
          <p:nvPr/>
        </p:nvSpPr>
        <p:spPr>
          <a:xfrm rot="1980000">
            <a:off x="5204460" y="2653665"/>
            <a:ext cx="1548765" cy="2361565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7"/>
          </p:cNvCxnSpPr>
          <p:nvPr/>
        </p:nvCxnSpPr>
        <p:spPr>
          <a:xfrm>
            <a:off x="6892925" y="3432175"/>
            <a:ext cx="1116330" cy="5080"/>
          </a:xfrm>
          <a:prstGeom prst="line">
            <a:avLst/>
          </a:prstGeom>
          <a:ln w="19050">
            <a:solidFill>
              <a:schemeClr val="accent2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009255" y="2887345"/>
            <a:ext cx="3865245" cy="1308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日常工作中，业支数据团队人力分配情况：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80%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的固化工作，占用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10%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人力，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20%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的新增工作，占用</a:t>
            </a:r>
            <a:r>
              <a:rPr lang="en-US" altLang="zh-CN" sz="2800" b="1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90%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人力。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一、数据字典总体架构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1E2DD23-2E05-B337-D5DB-FB7968A47346}"/>
              </a:ext>
            </a:extLst>
          </p:cNvPr>
          <p:cNvSpPr txBox="1"/>
          <p:nvPr/>
        </p:nvSpPr>
        <p:spPr>
          <a:xfrm>
            <a:off x="778046" y="977012"/>
            <a:ext cx="9805167" cy="1172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数据支撑字典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主要包括三部分：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指标库、维度库、数据需求模板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指标库、维度库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用于查阅标准化口径；查阅后按规范填写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数据需求模板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佣金配置字典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主要包括结算配置使用到的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因子库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，以及因子的业务含义、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含义信息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2A9A7A-E31D-90EF-0A97-BABC4541B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46" y="2666685"/>
            <a:ext cx="10077365" cy="325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703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二、数据支撑字典（</a:t>
            </a:r>
            <a:r>
              <a:rPr lang="en-US" altLang="zh-CN" dirty="0"/>
              <a:t>1/2</a:t>
            </a:r>
            <a:r>
              <a:rPr lang="zh-CN" altLang="en-US" dirty="0"/>
              <a:t>）：构建指标</a:t>
            </a:r>
            <a:r>
              <a:rPr lang="en-US" altLang="zh-CN" dirty="0"/>
              <a:t>+</a:t>
            </a:r>
            <a:r>
              <a:rPr lang="zh-CN" altLang="en-US" dirty="0"/>
              <a:t>维度标准化体系</a:t>
            </a:r>
            <a:endParaRPr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9352BC7-49B1-8C8D-365F-C7156425D7B9}"/>
              </a:ext>
            </a:extLst>
          </p:cNvPr>
          <p:cNvGrpSpPr/>
          <p:nvPr/>
        </p:nvGrpSpPr>
        <p:grpSpPr>
          <a:xfrm>
            <a:off x="662116" y="1968687"/>
            <a:ext cx="10867768" cy="4560289"/>
            <a:chOff x="662116" y="1409887"/>
            <a:chExt cx="10867768" cy="456028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863FAB7-4AFC-6B75-65A4-98F353C56F9F}"/>
                </a:ext>
              </a:extLst>
            </p:cNvPr>
            <p:cNvGrpSpPr/>
            <p:nvPr/>
          </p:nvGrpSpPr>
          <p:grpSpPr>
            <a:xfrm>
              <a:off x="662116" y="1409887"/>
              <a:ext cx="10867768" cy="4560289"/>
              <a:chOff x="284205" y="1185603"/>
              <a:chExt cx="10867768" cy="4560289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6CC9BCBA-CF25-6D5E-E246-E9104CA77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9696" y="2227944"/>
                <a:ext cx="4817734" cy="3101437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38F6702F-0D1E-479C-1C24-CA9E221D49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2102" y="2217333"/>
                <a:ext cx="4628627" cy="3112049"/>
              </a:xfrm>
              <a:prstGeom prst="rect">
                <a:avLst/>
              </a:prstGeom>
            </p:spPr>
          </p:pic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8574B9-12C1-4FF8-1537-F3617BB87A85}"/>
                  </a:ext>
                </a:extLst>
              </p:cNvPr>
              <p:cNvSpPr txBox="1"/>
              <p:nvPr/>
            </p:nvSpPr>
            <p:spPr>
              <a:xfrm>
                <a:off x="784595" y="1617445"/>
                <a:ext cx="4289339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业务部门和支撑部门联动复核，梳理指标共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89个</a:t>
                </a:r>
                <a:endPara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AD14B99F-4CC9-0E21-C52D-4B52B33D03C9}"/>
                  </a:ext>
                </a:extLst>
              </p:cNvPr>
              <p:cNvGrpSpPr/>
              <p:nvPr/>
            </p:nvGrpSpPr>
            <p:grpSpPr>
              <a:xfrm>
                <a:off x="284205" y="1185603"/>
                <a:ext cx="5270157" cy="4560289"/>
                <a:chOff x="284205" y="1185603"/>
                <a:chExt cx="5270157" cy="4560289"/>
              </a:xfrm>
            </p:grpSpPr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8898275B-B9C7-B228-0BB7-DA5CD934EDA7}"/>
                    </a:ext>
                  </a:extLst>
                </p:cNvPr>
                <p:cNvSpPr/>
                <p:nvPr/>
              </p:nvSpPr>
              <p:spPr>
                <a:xfrm>
                  <a:off x="284205" y="1334529"/>
                  <a:ext cx="5270157" cy="4411363"/>
                </a:xfrm>
                <a:prstGeom prst="roundRect">
                  <a:avLst>
                    <a:gd name="adj" fmla="val 1296"/>
                  </a:avLst>
                </a:prstGeom>
                <a:noFill/>
                <a:ln>
                  <a:solidFill>
                    <a:srgbClr val="C00000">
                      <a:alpha val="2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B440A8B4-25EE-A781-7D7D-99B3B0F494AC}"/>
                    </a:ext>
                  </a:extLst>
                </p:cNvPr>
                <p:cNvSpPr/>
                <p:nvPr/>
              </p:nvSpPr>
              <p:spPr>
                <a:xfrm>
                  <a:off x="2256208" y="1185603"/>
                  <a:ext cx="988541" cy="290384"/>
                </a:xfrm>
                <a:prstGeom prst="round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指标</a:t>
                  </a:r>
                </a:p>
              </p:txBody>
            </p: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66B513F4-1CF1-5151-B508-639AFB1E6E52}"/>
                  </a:ext>
                </a:extLst>
              </p:cNvPr>
              <p:cNvGrpSpPr/>
              <p:nvPr/>
            </p:nvGrpSpPr>
            <p:grpSpPr>
              <a:xfrm>
                <a:off x="5881816" y="1186846"/>
                <a:ext cx="5270157" cy="4559046"/>
                <a:chOff x="284205" y="1186846"/>
                <a:chExt cx="5270157" cy="4559046"/>
              </a:xfrm>
            </p:grpSpPr>
            <p:sp>
              <p:nvSpPr>
                <p:cNvPr id="19" name="矩形: 圆角 18">
                  <a:extLst>
                    <a:ext uri="{FF2B5EF4-FFF2-40B4-BE49-F238E27FC236}">
                      <a16:creationId xmlns:a16="http://schemas.microsoft.com/office/drawing/2014/main" id="{A77FE70D-8BAB-0EE4-A377-143BDDA1580C}"/>
                    </a:ext>
                  </a:extLst>
                </p:cNvPr>
                <p:cNvSpPr/>
                <p:nvPr/>
              </p:nvSpPr>
              <p:spPr>
                <a:xfrm>
                  <a:off x="284205" y="1334529"/>
                  <a:ext cx="5270157" cy="4411363"/>
                </a:xfrm>
                <a:prstGeom prst="roundRect">
                  <a:avLst>
                    <a:gd name="adj" fmla="val 1296"/>
                  </a:avLst>
                </a:prstGeom>
                <a:noFill/>
                <a:ln>
                  <a:solidFill>
                    <a:srgbClr val="C00000">
                      <a:alpha val="2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: 圆角 19">
                  <a:extLst>
                    <a:ext uri="{FF2B5EF4-FFF2-40B4-BE49-F238E27FC236}">
                      <a16:creationId xmlns:a16="http://schemas.microsoft.com/office/drawing/2014/main" id="{F48E697C-E3EE-CE6B-D022-431113AEE52D}"/>
                    </a:ext>
                  </a:extLst>
                </p:cNvPr>
                <p:cNvSpPr/>
                <p:nvPr/>
              </p:nvSpPr>
              <p:spPr>
                <a:xfrm>
                  <a:off x="2257170" y="1186846"/>
                  <a:ext cx="988541" cy="290384"/>
                </a:xfrm>
                <a:prstGeom prst="roundRect">
                  <a:avLst/>
                </a:prstGeom>
                <a:solidFill>
                  <a:srgbClr val="FCAD3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维度</a:t>
                  </a:r>
                </a:p>
              </p:txBody>
            </p:sp>
          </p:grp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177A4FA-F264-D3C8-4256-93BAFDA43607}"/>
                </a:ext>
              </a:extLst>
            </p:cNvPr>
            <p:cNvSpPr txBox="1"/>
            <p:nvPr/>
          </p:nvSpPr>
          <p:spPr>
            <a:xfrm>
              <a:off x="6442746" y="1765307"/>
              <a:ext cx="499983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覆盖高频统计维度，支撑多维业务分析， 梳理维度共</a:t>
              </a:r>
              <a:r>
                <a: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47个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1B99BA1-0428-748C-654F-AF9BF3FC8F08}"/>
              </a:ext>
            </a:extLst>
          </p:cNvPr>
          <p:cNvSpPr txBox="1"/>
          <p:nvPr/>
        </p:nvSpPr>
        <p:spPr>
          <a:xfrm>
            <a:off x="1162506" y="923645"/>
            <a:ext cx="9648825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基于现有数据资产梳理沉淀，形成“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维度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”双层标准体系，共梳理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指标、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维度，为业务需求标准化、自助化取数及后续能力扩展提供统一支撑</a:t>
            </a:r>
          </a:p>
        </p:txBody>
      </p:sp>
    </p:spTree>
    <p:extLst>
      <p:ext uri="{BB962C8B-B14F-4D97-AF65-F5344CB8AC3E}">
        <p14:creationId xmlns:p14="http://schemas.microsoft.com/office/powerpoint/2010/main" val="1415816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二、模式变化：从人工取数到</a:t>
            </a:r>
            <a:r>
              <a:rPr lang="en-US" altLang="zh-CN" dirty="0"/>
              <a:t>AI</a:t>
            </a:r>
            <a:r>
              <a:rPr lang="zh-CN" altLang="en-US" dirty="0"/>
              <a:t>取数</a:t>
            </a:r>
            <a:endParaRPr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898275B-B9C7-B228-0BB7-DA5CD934EDA7}"/>
              </a:ext>
            </a:extLst>
          </p:cNvPr>
          <p:cNvSpPr/>
          <p:nvPr/>
        </p:nvSpPr>
        <p:spPr>
          <a:xfrm>
            <a:off x="532885" y="5980045"/>
            <a:ext cx="11126230" cy="567466"/>
          </a:xfrm>
          <a:prstGeom prst="roundRect">
            <a:avLst>
              <a:gd name="adj" fmla="val 9333"/>
            </a:avLst>
          </a:prstGeom>
          <a:solidFill>
            <a:srgbClr val="C00000"/>
          </a:solidFill>
          <a:ln>
            <a:solidFill>
              <a:srgbClr val="C00000">
                <a:alpha val="2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将数据支撑人员的取数经验沉淀为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按照人的取数思路完成从需求理解到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生成。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564F68E-FBC8-3304-9DCE-166793CC6ACE}"/>
              </a:ext>
            </a:extLst>
          </p:cNvPr>
          <p:cNvSpPr/>
          <p:nvPr/>
        </p:nvSpPr>
        <p:spPr>
          <a:xfrm>
            <a:off x="5739708" y="2546530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559956C-F0F2-EA63-E69C-8B0DBC2A0B10}"/>
              </a:ext>
            </a:extLst>
          </p:cNvPr>
          <p:cNvGrpSpPr/>
          <p:nvPr/>
        </p:nvGrpSpPr>
        <p:grpSpPr>
          <a:xfrm>
            <a:off x="532885" y="1285104"/>
            <a:ext cx="5096133" cy="4466966"/>
            <a:chOff x="532885" y="1544594"/>
            <a:chExt cx="5096133" cy="420747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1DFE3FE-E12B-11D8-A11F-30BBD17E932B}"/>
                </a:ext>
              </a:extLst>
            </p:cNvPr>
            <p:cNvSpPr/>
            <p:nvPr/>
          </p:nvSpPr>
          <p:spPr>
            <a:xfrm>
              <a:off x="532885" y="1544594"/>
              <a:ext cx="5096133" cy="4207475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7EED8CF8-C9FA-1330-542D-1C596360E8AD}"/>
                </a:ext>
              </a:extLst>
            </p:cNvPr>
            <p:cNvSpPr/>
            <p:nvPr/>
          </p:nvSpPr>
          <p:spPr>
            <a:xfrm>
              <a:off x="1736895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现状：人工取数模式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2C189BE-8B00-2C7E-4354-9AB19166C7B3}"/>
              </a:ext>
            </a:extLst>
          </p:cNvPr>
          <p:cNvGrpSpPr/>
          <p:nvPr/>
        </p:nvGrpSpPr>
        <p:grpSpPr>
          <a:xfrm>
            <a:off x="6562982" y="1285103"/>
            <a:ext cx="5096133" cy="4466966"/>
            <a:chOff x="6562982" y="1544595"/>
            <a:chExt cx="5096133" cy="4207474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3B4989F-246E-C86D-92B8-5EB5FDB75F40}"/>
                </a:ext>
              </a:extLst>
            </p:cNvPr>
            <p:cNvSpPr/>
            <p:nvPr/>
          </p:nvSpPr>
          <p:spPr>
            <a:xfrm>
              <a:off x="6562982" y="1544595"/>
              <a:ext cx="5096133" cy="4207474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0E995502-603F-4711-83B2-FBBFE4A77E22}"/>
                </a:ext>
              </a:extLst>
            </p:cNvPr>
            <p:cNvSpPr/>
            <p:nvPr/>
          </p:nvSpPr>
          <p:spPr>
            <a:xfrm>
              <a:off x="7966764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未来：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取数模式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48734833-1EDB-6194-C10E-42EBFAF96C78}"/>
              </a:ext>
            </a:extLst>
          </p:cNvPr>
          <p:cNvSpPr txBox="1"/>
          <p:nvPr/>
        </p:nvSpPr>
        <p:spPr>
          <a:xfrm>
            <a:off x="937302" y="1719748"/>
            <a:ext cx="442835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当前CDAP取数主要依靠人完成需求理解、口径确认、数据查找、SQL编写及结果核验。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F5821C2-F075-790B-F1EA-B54CBCE15297}"/>
              </a:ext>
            </a:extLst>
          </p:cNvPr>
          <p:cNvSpPr txBox="1"/>
          <p:nvPr/>
        </p:nvSpPr>
        <p:spPr>
          <a:xfrm>
            <a:off x="6996758" y="1713906"/>
            <a:ext cx="442835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在数据字典基础上，将业务知识和取数经验沉淀为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按照人的取数思路完成取数。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AC10281D-841A-CF85-3ADB-9022641E7451}"/>
              </a:ext>
            </a:extLst>
          </p:cNvPr>
          <p:cNvGrpSpPr/>
          <p:nvPr/>
        </p:nvGrpSpPr>
        <p:grpSpPr>
          <a:xfrm>
            <a:off x="3341211" y="2586356"/>
            <a:ext cx="1479590" cy="2028741"/>
            <a:chOff x="3341211" y="2586356"/>
            <a:chExt cx="1479590" cy="2028741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3262232-C327-6189-AA1E-BC63FAF11FBA}"/>
                </a:ext>
              </a:extLst>
            </p:cNvPr>
            <p:cNvSpPr txBox="1"/>
            <p:nvPr/>
          </p:nvSpPr>
          <p:spPr>
            <a:xfrm>
              <a:off x="3341211" y="2586356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人理解需求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B98690D-B87E-B030-4266-1996F990E934}"/>
                </a:ext>
              </a:extLst>
            </p:cNvPr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人判断口径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85B6960-969B-908F-740F-EC55757AE2DC}"/>
                </a:ext>
              </a:extLst>
            </p:cNvPr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人找表找字段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443E23DB-6557-7B4E-9507-9C57FED60D6B}"/>
                </a:ext>
              </a:extLst>
            </p:cNvPr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人写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DF399A5-9778-6602-F0A1-AE34B6010959}"/>
              </a:ext>
            </a:extLst>
          </p:cNvPr>
          <p:cNvGrpSpPr/>
          <p:nvPr/>
        </p:nvGrpSpPr>
        <p:grpSpPr>
          <a:xfrm>
            <a:off x="937302" y="2504317"/>
            <a:ext cx="4428352" cy="2199629"/>
            <a:chOff x="904093" y="2497181"/>
            <a:chExt cx="4428352" cy="2496546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79907AEE-3132-4367-27B4-342064A1F152}"/>
                </a:ext>
              </a:extLst>
            </p:cNvPr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57AAB7AC-FDC9-6C92-3FD0-9AAEC13ED43C}"/>
                </a:ext>
              </a:extLst>
            </p:cNvPr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F2456CBD-7A4F-9761-F07F-9497E09DA205}"/>
                </a:ext>
              </a:extLst>
            </p:cNvPr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D960089E-E839-F2A5-111F-6BC47E926B58}"/>
                </a:ext>
              </a:extLst>
            </p:cNvPr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CC74B9E-0B93-EC50-E9F2-1EFA3BB44128}"/>
              </a:ext>
            </a:extLst>
          </p:cNvPr>
          <p:cNvGrpSpPr/>
          <p:nvPr/>
        </p:nvGrpSpPr>
        <p:grpSpPr>
          <a:xfrm>
            <a:off x="6859555" y="2482646"/>
            <a:ext cx="4428352" cy="2221300"/>
            <a:chOff x="904093" y="2497181"/>
            <a:chExt cx="4428352" cy="2496546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7C0EB4A2-D431-EB55-C86F-10A825600E6F}"/>
                </a:ext>
              </a:extLst>
            </p:cNvPr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AE0B3B23-1D97-3582-6B8F-3CCBACD9EB2E}"/>
                </a:ext>
              </a:extLst>
            </p:cNvPr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C24D79F0-E6EA-E813-3533-CE4666989BEF}"/>
                </a:ext>
              </a:extLst>
            </p:cNvPr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DC538913-9560-3724-2130-C3D48D5B2A2D}"/>
                </a:ext>
              </a:extLst>
            </p:cNvPr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箭头: 右 55">
            <a:extLst>
              <a:ext uri="{FF2B5EF4-FFF2-40B4-BE49-F238E27FC236}">
                <a16:creationId xmlns:a16="http://schemas.microsoft.com/office/drawing/2014/main" id="{0B4C35AB-C6EB-A1E3-E26C-8EC12BE0C540}"/>
              </a:ext>
            </a:extLst>
          </p:cNvPr>
          <p:cNvSpPr/>
          <p:nvPr/>
        </p:nvSpPr>
        <p:spPr>
          <a:xfrm>
            <a:off x="5743301" y="3077739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箭头: 右 56">
            <a:extLst>
              <a:ext uri="{FF2B5EF4-FFF2-40B4-BE49-F238E27FC236}">
                <a16:creationId xmlns:a16="http://schemas.microsoft.com/office/drawing/2014/main" id="{2D62543E-EBB5-807F-55FE-8F6CC9E53B2E}"/>
              </a:ext>
            </a:extLst>
          </p:cNvPr>
          <p:cNvSpPr/>
          <p:nvPr/>
        </p:nvSpPr>
        <p:spPr>
          <a:xfrm>
            <a:off x="5739708" y="3658318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A55B4017-11F3-1053-F23A-938D437BC257}"/>
              </a:ext>
            </a:extLst>
          </p:cNvPr>
          <p:cNvSpPr/>
          <p:nvPr/>
        </p:nvSpPr>
        <p:spPr>
          <a:xfrm>
            <a:off x="5739708" y="4237642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4E3F8A74-098B-CA29-39E7-920445E0CE59}"/>
              </a:ext>
            </a:extLst>
          </p:cNvPr>
          <p:cNvGrpSpPr/>
          <p:nvPr/>
        </p:nvGrpSpPr>
        <p:grpSpPr>
          <a:xfrm>
            <a:off x="9210934" y="2541438"/>
            <a:ext cx="1479590" cy="2073659"/>
            <a:chOff x="3341211" y="2586356"/>
            <a:chExt cx="1479590" cy="2028741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5DB75E30-7AE6-5FBF-2C0A-76574D5E7F71}"/>
                </a:ext>
              </a:extLst>
            </p:cNvPr>
            <p:cNvSpPr txBox="1"/>
            <p:nvPr/>
          </p:nvSpPr>
          <p:spPr>
            <a:xfrm>
              <a:off x="3341211" y="2586356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理解需求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6F35EFD2-0CE2-1A11-11CC-C1FE42F9018E}"/>
                </a:ext>
              </a:extLst>
            </p:cNvPr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澄清需求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49C2CCC-DD4A-9F17-5008-6F29A954B3D4}"/>
                </a:ext>
              </a:extLst>
            </p:cNvPr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找表找字段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72047AD4-21C6-8F57-7548-FAAC3410B7B2}"/>
                </a:ext>
              </a:extLst>
            </p:cNvPr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</a:t>
              </a: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2BB4DFE5-6026-9CFE-1BAB-A0C18B2F57BC}"/>
              </a:ext>
            </a:extLst>
          </p:cNvPr>
          <p:cNvGrpSpPr/>
          <p:nvPr/>
        </p:nvGrpSpPr>
        <p:grpSpPr>
          <a:xfrm>
            <a:off x="2788878" y="2598681"/>
            <a:ext cx="346395" cy="1985503"/>
            <a:chOff x="2788878" y="2598681"/>
            <a:chExt cx="346395" cy="19855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7EF0F16-7872-DC5E-95DD-CF8217B6B78A}"/>
                </a:ext>
              </a:extLst>
            </p:cNvPr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402B64EE-CEC7-C19B-805D-58E3344BA2CF}"/>
                </a:ext>
              </a:extLst>
            </p:cNvPr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6F330D30-8146-4916-340A-3389134D34AD}"/>
                </a:ext>
              </a:extLst>
            </p:cNvPr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13E1CC33-5D45-F663-00FC-199B2B0390C8}"/>
                </a:ext>
              </a:extLst>
            </p:cNvPr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709A2AF-9BA9-CCA7-779A-DA449C04CDA9}"/>
              </a:ext>
            </a:extLst>
          </p:cNvPr>
          <p:cNvGrpSpPr/>
          <p:nvPr/>
        </p:nvGrpSpPr>
        <p:grpSpPr>
          <a:xfrm>
            <a:off x="8647108" y="2594627"/>
            <a:ext cx="346395" cy="2020470"/>
            <a:chOff x="2788878" y="2598681"/>
            <a:chExt cx="346395" cy="1985503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4DB31A2D-0109-2AC3-B9B7-A555FD72630C}"/>
                </a:ext>
              </a:extLst>
            </p:cNvPr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11DAD908-2130-BFC2-839F-86FD2883C03D}"/>
                </a:ext>
              </a:extLst>
            </p:cNvPr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F9032E53-54DB-1DAA-B60C-65B7CE625895}"/>
                </a:ext>
              </a:extLst>
            </p:cNvPr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005A0B12-6861-5734-8BAE-DC4BED218309}"/>
                </a:ext>
              </a:extLst>
            </p:cNvPr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5E3F609F-9CBD-84AE-18FA-F4B6825D0234}"/>
              </a:ext>
            </a:extLst>
          </p:cNvPr>
          <p:cNvSpPr txBox="1"/>
          <p:nvPr/>
        </p:nvSpPr>
        <p:spPr>
          <a:xfrm>
            <a:off x="2981065" y="4827157"/>
            <a:ext cx="260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能力要求高：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需同时掌握业务、数据</a:t>
            </a:r>
            <a:endParaRPr lang="zh-CN" altLang="en-US" sz="1000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44BAC494-1C01-001F-47CF-83EAF075A292}"/>
              </a:ext>
            </a:extLst>
          </p:cNvPr>
          <p:cNvSpPr txBox="1"/>
          <p:nvPr/>
        </p:nvSpPr>
        <p:spPr>
          <a:xfrm>
            <a:off x="1114099" y="50087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存在问题</a:t>
            </a:r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137C47EA-2D71-A3B2-CAAD-21DFD477E1C1}"/>
              </a:ext>
            </a:extLst>
          </p:cNvPr>
          <p:cNvCxnSpPr>
            <a:cxnSpLocks/>
          </p:cNvCxnSpPr>
          <p:nvPr/>
        </p:nvCxnSpPr>
        <p:spPr>
          <a:xfrm>
            <a:off x="27123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5723308C-4083-2198-FE10-D4A7CDF2A270}"/>
              </a:ext>
            </a:extLst>
          </p:cNvPr>
          <p:cNvSpPr txBox="1"/>
          <p:nvPr/>
        </p:nvSpPr>
        <p:spPr>
          <a:xfrm>
            <a:off x="2970002" y="5089405"/>
            <a:ext cx="260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人员依赖强：效率和质量受经验影响</a:t>
            </a:r>
            <a:endParaRPr lang="zh-CN" altLang="en-US" sz="1000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8E2F3829-CB8D-7721-ABD6-AB48DE70FFE3}"/>
              </a:ext>
            </a:extLst>
          </p:cNvPr>
          <p:cNvSpPr txBox="1"/>
          <p:nvPr/>
        </p:nvSpPr>
        <p:spPr>
          <a:xfrm>
            <a:off x="2981065" y="5348465"/>
            <a:ext cx="260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经验复用难：成熟方法难以快速复制</a:t>
            </a:r>
            <a:endParaRPr lang="zh-CN" altLang="en-US" sz="1000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B2E57187-4FE1-7C90-0447-C8790D5F04D7}"/>
              </a:ext>
            </a:extLst>
          </p:cNvPr>
          <p:cNvSpPr txBox="1"/>
          <p:nvPr/>
        </p:nvSpPr>
        <p:spPr>
          <a:xfrm>
            <a:off x="8857139" y="4855578"/>
            <a:ext cx="2567971" cy="760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zh-CN" altLang="zh-CN" sz="1000" dirty="0">
                <a:latin typeface="Arial" panose="020B0604020202020204" pitchFamily="34" charset="0"/>
              </a:rPr>
              <a:t>经验能力化：个人经验沉淀为AI能力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zh-CN" altLang="zh-CN" sz="1000" dirty="0">
                <a:latin typeface="Arial" panose="020B0604020202020204" pitchFamily="34" charset="0"/>
              </a:rPr>
              <a:t>过程智能化：AI辅助理解、判断和生成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zh-CN" altLang="zh-CN" sz="1000" dirty="0">
                <a:latin typeface="Arial" panose="020B0604020202020204" pitchFamily="34" charset="0"/>
              </a:rPr>
              <a:t>能力可复用：成熟经验持续积累和复用 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F0D5C04-6BCF-7480-0ADD-566183CBE0F2}"/>
              </a:ext>
            </a:extLst>
          </p:cNvPr>
          <p:cNvSpPr txBox="1"/>
          <p:nvPr/>
        </p:nvSpPr>
        <p:spPr>
          <a:xfrm>
            <a:off x="7083099" y="50217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实现</a:t>
            </a:r>
          </a:p>
        </p:txBody>
      </p:sp>
    </p:spTree>
    <p:extLst>
      <p:ext uri="{BB962C8B-B14F-4D97-AF65-F5344CB8AC3E}">
        <p14:creationId xmlns:p14="http://schemas.microsoft.com/office/powerpoint/2010/main" val="184711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65BB048-A2B8-B36D-51BD-B52990034D23}"/>
              </a:ext>
            </a:extLst>
          </p:cNvPr>
          <p:cNvSpPr/>
          <p:nvPr/>
        </p:nvSpPr>
        <p:spPr>
          <a:xfrm>
            <a:off x="412750" y="5249704"/>
            <a:ext cx="11245850" cy="14844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三、阶段成果：</a:t>
            </a:r>
            <a:r>
              <a:rPr lang="en-US" altLang="zh-CN" dirty="0"/>
              <a:t>6</a:t>
            </a:r>
            <a:r>
              <a:rPr lang="zh-CN" altLang="en-US" dirty="0"/>
              <a:t>月底，</a:t>
            </a:r>
            <a:r>
              <a:rPr lang="en-US" altLang="zh-CN" dirty="0"/>
              <a:t>AI</a:t>
            </a:r>
            <a:r>
              <a:rPr lang="zh-CN" altLang="en-US" dirty="0"/>
              <a:t>取数能力雏形初步形成</a:t>
            </a:r>
            <a:endParaRPr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75BF79-A0B3-1293-10B1-62DB9AF14FA7}"/>
              </a:ext>
            </a:extLst>
          </p:cNvPr>
          <p:cNvSpPr txBox="1"/>
          <p:nvPr/>
        </p:nvSpPr>
        <p:spPr>
          <a:xfrm>
            <a:off x="958850" y="1070660"/>
            <a:ext cx="10579100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已将人工取数流程和相关知识转化为AI可执行能力，AI能够完成需求理解、口径澄清、数据匹配、SQL生成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6F97987-470A-5F4B-81F0-5EA95F3F66A0}"/>
              </a:ext>
            </a:extLst>
          </p:cNvPr>
          <p:cNvSpPr/>
          <p:nvPr/>
        </p:nvSpPr>
        <p:spPr>
          <a:xfrm>
            <a:off x="2945264" y="5613989"/>
            <a:ext cx="927100" cy="927100"/>
          </a:xfrm>
          <a:prstGeom prst="roundRect">
            <a:avLst>
              <a:gd name="adj" fmla="val 10570"/>
            </a:avLst>
          </a:prstGeom>
          <a:solidFill>
            <a:schemeClr val="bg1"/>
          </a:solidFill>
          <a:ln>
            <a:solidFill>
              <a:schemeClr val="bg1">
                <a:lumMod val="95000"/>
                <a:alpha val="96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C023214-CBA7-AE75-87BA-DD1609D677F9}"/>
              </a:ext>
            </a:extLst>
          </p:cNvPr>
          <p:cNvSpPr/>
          <p:nvPr/>
        </p:nvSpPr>
        <p:spPr>
          <a:xfrm>
            <a:off x="4143434" y="5613989"/>
            <a:ext cx="927100" cy="927100"/>
          </a:xfrm>
          <a:prstGeom prst="roundRect">
            <a:avLst>
              <a:gd name="adj" fmla="val 10570"/>
            </a:avLst>
          </a:prstGeom>
          <a:solidFill>
            <a:schemeClr val="bg1"/>
          </a:solidFill>
          <a:ln>
            <a:solidFill>
              <a:schemeClr val="bg1">
                <a:lumMod val="95000"/>
                <a:alpha val="96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213C9D1-76A8-9796-CE1B-05E4ED3C4A5F}"/>
              </a:ext>
            </a:extLst>
          </p:cNvPr>
          <p:cNvSpPr/>
          <p:nvPr/>
        </p:nvSpPr>
        <p:spPr>
          <a:xfrm>
            <a:off x="5341604" y="5613989"/>
            <a:ext cx="927100" cy="927100"/>
          </a:xfrm>
          <a:prstGeom prst="roundRect">
            <a:avLst>
              <a:gd name="adj" fmla="val 10570"/>
            </a:avLst>
          </a:prstGeom>
          <a:solidFill>
            <a:schemeClr val="bg1"/>
          </a:solidFill>
          <a:ln>
            <a:solidFill>
              <a:schemeClr val="bg1">
                <a:lumMod val="95000"/>
                <a:alpha val="96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2ACA0FF-0BF4-EDFD-493C-4EF436DCD5C7}"/>
              </a:ext>
            </a:extLst>
          </p:cNvPr>
          <p:cNvSpPr/>
          <p:nvPr/>
        </p:nvSpPr>
        <p:spPr>
          <a:xfrm>
            <a:off x="6539774" y="5642844"/>
            <a:ext cx="927100" cy="927100"/>
          </a:xfrm>
          <a:prstGeom prst="roundRect">
            <a:avLst>
              <a:gd name="adj" fmla="val 10570"/>
            </a:avLst>
          </a:prstGeom>
          <a:solidFill>
            <a:schemeClr val="bg1"/>
          </a:solidFill>
          <a:ln>
            <a:solidFill>
              <a:schemeClr val="bg1">
                <a:lumMod val="95000"/>
                <a:alpha val="96000"/>
              </a:schemeClr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9884159-A502-0D1E-E4C0-5AB0A6E4B110}"/>
              </a:ext>
            </a:extLst>
          </p:cNvPr>
          <p:cNvSpPr/>
          <p:nvPr/>
        </p:nvSpPr>
        <p:spPr>
          <a:xfrm>
            <a:off x="7737944" y="5613989"/>
            <a:ext cx="927100" cy="927100"/>
          </a:xfrm>
          <a:prstGeom prst="roundRect">
            <a:avLst>
              <a:gd name="adj" fmla="val 10570"/>
            </a:avLst>
          </a:prstGeom>
          <a:solidFill>
            <a:schemeClr val="bg1"/>
          </a:solidFill>
          <a:ln>
            <a:solidFill>
              <a:schemeClr val="bg1">
                <a:lumMod val="95000"/>
                <a:alpha val="96000"/>
              </a:schemeClr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24376AF-3F9B-F465-B466-33213B66F8E3}"/>
              </a:ext>
            </a:extLst>
          </p:cNvPr>
          <p:cNvSpPr/>
          <p:nvPr/>
        </p:nvSpPr>
        <p:spPr>
          <a:xfrm>
            <a:off x="8936114" y="5613989"/>
            <a:ext cx="927100" cy="927100"/>
          </a:xfrm>
          <a:prstGeom prst="roundRect">
            <a:avLst>
              <a:gd name="adj" fmla="val 10570"/>
            </a:avLst>
          </a:prstGeom>
          <a:solidFill>
            <a:schemeClr val="bg1"/>
          </a:solidFill>
          <a:ln>
            <a:solidFill>
              <a:schemeClr val="bg1">
                <a:lumMod val="95000"/>
                <a:alpha val="96000"/>
              </a:schemeClr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AB841FA-01F5-CD3B-5592-778111002264}"/>
              </a:ext>
            </a:extLst>
          </p:cNvPr>
          <p:cNvSpPr/>
          <p:nvPr/>
        </p:nvSpPr>
        <p:spPr>
          <a:xfrm>
            <a:off x="10134282" y="5613989"/>
            <a:ext cx="927100" cy="927100"/>
          </a:xfrm>
          <a:prstGeom prst="roundRect">
            <a:avLst>
              <a:gd name="adj" fmla="val 10570"/>
            </a:avLst>
          </a:prstGeom>
          <a:solidFill>
            <a:schemeClr val="bg1"/>
          </a:solidFill>
          <a:ln>
            <a:solidFill>
              <a:schemeClr val="bg1">
                <a:lumMod val="95000"/>
                <a:alpha val="96000"/>
              </a:schemeClr>
            </a:solidFill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CCE327B-4F51-4E44-F694-18887CAA4557}"/>
              </a:ext>
            </a:extLst>
          </p:cNvPr>
          <p:cNvSpPr/>
          <p:nvPr/>
        </p:nvSpPr>
        <p:spPr>
          <a:xfrm>
            <a:off x="412750" y="2063605"/>
            <a:ext cx="2322830" cy="2722857"/>
          </a:xfrm>
          <a:prstGeom prst="roundRect">
            <a:avLst>
              <a:gd name="adj" fmla="val 485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762C6CA-6E1B-38C0-706E-82F60F2AA862}"/>
              </a:ext>
            </a:extLst>
          </p:cNvPr>
          <p:cNvSpPr/>
          <p:nvPr/>
        </p:nvSpPr>
        <p:spPr>
          <a:xfrm>
            <a:off x="6642628" y="1793449"/>
            <a:ext cx="5366492" cy="3263169"/>
          </a:xfrm>
          <a:prstGeom prst="roundRect">
            <a:avLst>
              <a:gd name="adj" fmla="val 4856"/>
            </a:avLst>
          </a:prstGeom>
          <a:solidFill>
            <a:srgbClr val="FF7D7D">
              <a:alpha val="11000"/>
            </a:srgbClr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srgbClr val="C00000">
                <a:alpha val="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4DD797F-8ADB-DCBF-25BC-7396D46136B4}"/>
              </a:ext>
            </a:extLst>
          </p:cNvPr>
          <p:cNvSpPr/>
          <p:nvPr/>
        </p:nvSpPr>
        <p:spPr>
          <a:xfrm>
            <a:off x="3352429" y="2063605"/>
            <a:ext cx="2322830" cy="2722857"/>
          </a:xfrm>
          <a:prstGeom prst="roundRect">
            <a:avLst>
              <a:gd name="adj" fmla="val 485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9BA9684-1597-F6F7-4AFA-01EF93B49BD1}"/>
              </a:ext>
            </a:extLst>
          </p:cNvPr>
          <p:cNvSpPr txBox="1"/>
          <p:nvPr/>
        </p:nvSpPr>
        <p:spPr>
          <a:xfrm>
            <a:off x="533400" y="2295747"/>
            <a:ext cx="24117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固化人的取数流程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0D722D5-27C5-ECED-AED2-F5A456F902DD}"/>
              </a:ext>
            </a:extLst>
          </p:cNvPr>
          <p:cNvSpPr txBox="1"/>
          <p:nvPr/>
        </p:nvSpPr>
        <p:spPr>
          <a:xfrm>
            <a:off x="578785" y="4098098"/>
            <a:ext cx="2092960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梳理并标准化从需求理解到结果核验的人工取数流程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F52971-42A9-D3FB-D079-2B65D384FA95}"/>
              </a:ext>
            </a:extLst>
          </p:cNvPr>
          <p:cNvSpPr txBox="1"/>
          <p:nvPr/>
        </p:nvSpPr>
        <p:spPr>
          <a:xfrm>
            <a:off x="3352429" y="2295747"/>
            <a:ext cx="24117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固化人的取数流程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B9551B2-4FE2-16F7-49F2-9E42EC8CA9E2}"/>
              </a:ext>
            </a:extLst>
          </p:cNvPr>
          <p:cNvSpPr txBox="1"/>
          <p:nvPr/>
        </p:nvSpPr>
        <p:spPr>
          <a:xfrm>
            <a:off x="3457768" y="4098098"/>
            <a:ext cx="2125081" cy="47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梳理并标准化从需求理解到结果核验的人工取数流程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F544C7F-567E-10C6-AF15-B451F523BE00}"/>
              </a:ext>
            </a:extLst>
          </p:cNvPr>
          <p:cNvSpPr txBox="1"/>
          <p:nvPr/>
        </p:nvSpPr>
        <p:spPr>
          <a:xfrm>
            <a:off x="7431374" y="2018450"/>
            <a:ext cx="3193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形成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取数能力雏形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D2FBB95-A601-887F-DCF7-2A9F007D5DC7}"/>
              </a:ext>
            </a:extLst>
          </p:cNvPr>
          <p:cNvSpPr txBox="1"/>
          <p:nvPr/>
        </p:nvSpPr>
        <p:spPr>
          <a:xfrm>
            <a:off x="6642628" y="2519853"/>
            <a:ext cx="52183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已能够按照人的取数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，完成整个取数过程</a:t>
            </a:r>
          </a:p>
        </p:txBody>
      </p:sp>
    </p:spTree>
    <p:extLst>
      <p:ext uri="{BB962C8B-B14F-4D97-AF65-F5344CB8AC3E}">
        <p14:creationId xmlns:p14="http://schemas.microsoft.com/office/powerpoint/2010/main" val="419253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三、试用验证：首批</a:t>
            </a:r>
            <a:r>
              <a:rPr lang="en-US" altLang="zh-CN" dirty="0"/>
              <a:t>4</a:t>
            </a:r>
            <a:r>
              <a:rPr lang="zh-CN" altLang="en-US" dirty="0"/>
              <a:t>人试用，进入真实需求解决率</a:t>
            </a:r>
            <a:r>
              <a:rPr lang="en-US" altLang="zh-CN" dirty="0"/>
              <a:t>77%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1932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7536EB80-A7F7-635B-477D-7105741AC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77" y="2573117"/>
            <a:ext cx="6774850" cy="1117209"/>
          </a:xfrm>
          <a:prstGeom prst="rect">
            <a:avLst/>
          </a:prstGeom>
        </p:spPr>
      </p:pic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二、数据支撑字典（</a:t>
            </a:r>
            <a:r>
              <a:rPr lang="en-US" altLang="zh-CN" dirty="0"/>
              <a:t>2/2</a:t>
            </a:r>
            <a:r>
              <a:rPr lang="zh-CN" altLang="en-US" dirty="0"/>
              <a:t>）：以前 </a:t>
            </a:r>
            <a:r>
              <a:rPr lang="en-US" altLang="zh-CN" dirty="0"/>
              <a:t>vs </a:t>
            </a:r>
            <a:r>
              <a:rPr lang="zh-CN" altLang="en-US" dirty="0"/>
              <a:t>现在</a:t>
            </a:r>
            <a:endParaRPr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DEAFDD2-7E55-17F8-7EFD-F9FFF421861C}"/>
              </a:ext>
            </a:extLst>
          </p:cNvPr>
          <p:cNvSpPr txBox="1"/>
          <p:nvPr/>
        </p:nvSpPr>
        <p:spPr>
          <a:xfrm>
            <a:off x="1084955" y="967193"/>
            <a:ext cx="9140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以前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需求内容仅为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一段描述性文字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，理解口径不统一，可落地性差、难以复用和管理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88D7D38-B065-34D7-132A-5EE93369AFB3}"/>
              </a:ext>
            </a:extLst>
          </p:cNvPr>
          <p:cNvSpPr/>
          <p:nvPr/>
        </p:nvSpPr>
        <p:spPr>
          <a:xfrm>
            <a:off x="698842" y="5317843"/>
            <a:ext cx="10795000" cy="849545"/>
          </a:xfrm>
          <a:prstGeom prst="roundRect">
            <a:avLst>
              <a:gd name="adj" fmla="val 2293"/>
            </a:avLst>
          </a:prstGeom>
          <a:solidFill>
            <a:schemeClr val="accent5">
              <a:lumMod val="20000"/>
              <a:lumOff val="80000"/>
              <a:alpha val="6000"/>
            </a:schemeClr>
          </a:solidFill>
          <a:ln>
            <a:solidFill>
              <a:srgbClr val="C00000">
                <a:alpha val="2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BC56D73-7FC6-B294-6AEF-AF44578B2B98}"/>
              </a:ext>
            </a:extLst>
          </p:cNvPr>
          <p:cNvSpPr/>
          <p:nvPr/>
        </p:nvSpPr>
        <p:spPr>
          <a:xfrm>
            <a:off x="698156" y="2143892"/>
            <a:ext cx="3379573" cy="2557478"/>
          </a:xfrm>
          <a:prstGeom prst="roundRect">
            <a:avLst>
              <a:gd name="adj" fmla="val 2293"/>
            </a:avLst>
          </a:prstGeom>
          <a:noFill/>
          <a:ln>
            <a:solidFill>
              <a:schemeClr val="accent1">
                <a:shade val="15000"/>
                <a:alpha val="41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8488C75-080C-55B4-D78C-E9C6B575065E}"/>
              </a:ext>
            </a:extLst>
          </p:cNvPr>
          <p:cNvSpPr/>
          <p:nvPr/>
        </p:nvSpPr>
        <p:spPr>
          <a:xfrm>
            <a:off x="4337222" y="2143891"/>
            <a:ext cx="7156620" cy="2557478"/>
          </a:xfrm>
          <a:prstGeom prst="roundRect">
            <a:avLst>
              <a:gd name="adj" fmla="val 2293"/>
            </a:avLst>
          </a:prstGeom>
          <a:noFill/>
          <a:ln>
            <a:solidFill>
              <a:srgbClr val="C00000">
                <a:alpha val="2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85070E0-1D58-E2E1-D643-007F37F33E19}"/>
              </a:ext>
            </a:extLst>
          </p:cNvPr>
          <p:cNvSpPr txBox="1"/>
          <p:nvPr/>
        </p:nvSpPr>
        <p:spPr>
          <a:xfrm>
            <a:off x="1416392" y="3690326"/>
            <a:ext cx="2488341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口径不清，理解不一致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难以对齐，无法复用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难以追溯，管理成本高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AF96F4D-30A7-8CA2-4F49-84A33832B4B0}"/>
              </a:ext>
            </a:extLst>
          </p:cNvPr>
          <p:cNvSpPr txBox="1"/>
          <p:nvPr/>
        </p:nvSpPr>
        <p:spPr>
          <a:xfrm>
            <a:off x="5886966" y="3710471"/>
            <a:ext cx="6138218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口径统一:明确维度与指标，标准定义清晰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结构化管理:可复用、可维护、可追溯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提升效率:减少沟通成本，加快需求落地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60F9AB6-FE1A-1B67-B42B-3A7B670B43B4}"/>
              </a:ext>
            </a:extLst>
          </p:cNvPr>
          <p:cNvSpPr/>
          <p:nvPr/>
        </p:nvSpPr>
        <p:spPr>
          <a:xfrm>
            <a:off x="1199376" y="2034403"/>
            <a:ext cx="2488341" cy="30409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以前：需求内容是一段长长的话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2412046-B016-1D23-4B81-0A76BCD1D935}"/>
              </a:ext>
            </a:extLst>
          </p:cNvPr>
          <p:cNvSpPr/>
          <p:nvPr/>
        </p:nvSpPr>
        <p:spPr>
          <a:xfrm>
            <a:off x="5431768" y="2032683"/>
            <a:ext cx="5083832" cy="304097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现在：需求内容标准化为了指标和维度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6FA87B1-22F8-70D3-4001-932F32C17181}"/>
              </a:ext>
            </a:extLst>
          </p:cNvPr>
          <p:cNvGrpSpPr/>
          <p:nvPr/>
        </p:nvGrpSpPr>
        <p:grpSpPr>
          <a:xfrm>
            <a:off x="1416392" y="5406180"/>
            <a:ext cx="10077450" cy="657616"/>
            <a:chOff x="1416392" y="5131591"/>
            <a:chExt cx="10077450" cy="657616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18278AB-9FD1-A861-463F-9CDACEBB58C7}"/>
                </a:ext>
              </a:extLst>
            </p:cNvPr>
            <p:cNvSpPr txBox="1"/>
            <p:nvPr/>
          </p:nvSpPr>
          <p:spPr>
            <a:xfrm>
              <a:off x="1416392" y="5131591"/>
              <a:ext cx="2167066" cy="6576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统一口径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维度与指标标准化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避免歧义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13FF2EC-4B16-7FBB-B2C0-14A7CDDF9038}"/>
                </a:ext>
              </a:extLst>
            </p:cNvPr>
            <p:cNvSpPr txBox="1"/>
            <p:nvPr/>
          </p:nvSpPr>
          <p:spPr>
            <a:xfrm>
              <a:off x="4053187" y="5131591"/>
              <a:ext cx="2167066" cy="6576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结构化管理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模板化、规范化，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便于维护与复用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A6ABE16-CCD2-D9FD-998D-416940B0E202}"/>
                </a:ext>
              </a:extLst>
            </p:cNvPr>
            <p:cNvSpPr txBox="1"/>
            <p:nvPr/>
          </p:nvSpPr>
          <p:spPr>
            <a:xfrm>
              <a:off x="6689982" y="5131591"/>
              <a:ext cx="2167066" cy="6576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提升效率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需求对齐更快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开发与取数更高效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FE1B2E7E-11FD-07F0-4417-12F55DBA5051}"/>
                </a:ext>
              </a:extLst>
            </p:cNvPr>
            <p:cNvSpPr txBox="1"/>
            <p:nvPr/>
          </p:nvSpPr>
          <p:spPr>
            <a:xfrm>
              <a:off x="9326776" y="5131591"/>
              <a:ext cx="2167066" cy="6576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可追溯</a:t>
              </a: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标准编码+统计时间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全链路可追溯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B8F5B7ED-7752-AA7E-8EFE-253537B1DB27}"/>
              </a:ext>
            </a:extLst>
          </p:cNvPr>
          <p:cNvSpPr txBox="1"/>
          <p:nvPr/>
        </p:nvSpPr>
        <p:spPr>
          <a:xfrm>
            <a:off x="5041240" y="4933256"/>
            <a:ext cx="2358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标准化带来的价值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36DA4A-6274-B026-3870-6B30EE475753}"/>
              </a:ext>
            </a:extLst>
          </p:cNvPr>
          <p:cNvSpPr txBox="1"/>
          <p:nvPr/>
        </p:nvSpPr>
        <p:spPr>
          <a:xfrm>
            <a:off x="1084954" y="1433728"/>
            <a:ext cx="9140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需求内容标准化为了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指标和维度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，让需求更清晰、交付更高效、管理更规范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0ECC776E-A466-F54A-4B1D-0824681C8AF3}"/>
              </a:ext>
            </a:extLst>
          </p:cNvPr>
          <p:cNvSpPr/>
          <p:nvPr/>
        </p:nvSpPr>
        <p:spPr>
          <a:xfrm>
            <a:off x="4077729" y="3249827"/>
            <a:ext cx="259493" cy="3521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D098BB3-9B22-3FC8-3E9A-FDE20AE9E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139789"/>
              </p:ext>
            </p:extLst>
          </p:nvPr>
        </p:nvGraphicFramePr>
        <p:xfrm>
          <a:off x="956084" y="2545467"/>
          <a:ext cx="3087410" cy="10565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6752">
                  <a:extLst>
                    <a:ext uri="{9D8B030D-6E8A-4147-A177-3AD203B41FA5}">
                      <a16:colId xmlns:a16="http://schemas.microsoft.com/office/drawing/2014/main" val="4112851639"/>
                    </a:ext>
                  </a:extLst>
                </a:gridCol>
                <a:gridCol w="1760658">
                  <a:extLst>
                    <a:ext uri="{9D8B030D-6E8A-4147-A177-3AD203B41FA5}">
                      <a16:colId xmlns:a16="http://schemas.microsoft.com/office/drawing/2014/main" val="2207307643"/>
                    </a:ext>
                  </a:extLst>
                </a:gridCol>
              </a:tblGrid>
              <a:tr h="44664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表头（带*的项选填）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*需求内容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6547"/>
                  </a:ext>
                </a:extLst>
              </a:tr>
              <a:tr h="6098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可以帮我取下</a:t>
                      </a:r>
                      <a:r>
                        <a:rPr lang="en-US" altLang="zh-CN" sz="10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r>
                        <a:rPr lang="zh-CN" altLang="en-US" sz="10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年每个月宽带离网积分多少吗？天河总数就行，有点急，剔除专线，主宽</a:t>
                      </a:r>
                      <a:endParaRPr lang="zh-CN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521236"/>
                  </a:ext>
                </a:extLst>
              </a:tr>
            </a:tbl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21C034DA-E033-C23E-2D91-03A41E9A9BED}"/>
              </a:ext>
            </a:extLst>
          </p:cNvPr>
          <p:cNvSpPr/>
          <p:nvPr/>
        </p:nvSpPr>
        <p:spPr>
          <a:xfrm>
            <a:off x="5551544" y="2512241"/>
            <a:ext cx="800100" cy="272968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7E89A42-3AA2-EBB8-FC85-A1F01579854D}"/>
              </a:ext>
            </a:extLst>
          </p:cNvPr>
          <p:cNvSpPr/>
          <p:nvPr/>
        </p:nvSpPr>
        <p:spPr>
          <a:xfrm>
            <a:off x="8155975" y="2531780"/>
            <a:ext cx="800100" cy="272968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980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四、标准化数据字典（</a:t>
            </a:r>
            <a:r>
              <a:rPr lang="en-US" altLang="zh-CN" dirty="0"/>
              <a:t>1/3</a:t>
            </a:r>
            <a:r>
              <a:rPr lang="zh-CN" altLang="en-US" dirty="0"/>
              <a:t>）：数据需求提交流程</a:t>
            </a:r>
            <a:endParaRPr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8D1EAE3C-32EB-0832-604D-67CB27C02A73}"/>
              </a:ext>
            </a:extLst>
          </p:cNvPr>
          <p:cNvGrpSpPr/>
          <p:nvPr/>
        </p:nvGrpSpPr>
        <p:grpSpPr>
          <a:xfrm>
            <a:off x="1682485" y="2753483"/>
            <a:ext cx="9606963" cy="874474"/>
            <a:chOff x="1350827" y="2050439"/>
            <a:chExt cx="10057465" cy="915481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49B4593-FAC6-4A3A-F5E6-8C7CC6C3CC37}"/>
                </a:ext>
              </a:extLst>
            </p:cNvPr>
            <p:cNvGrpSpPr/>
            <p:nvPr/>
          </p:nvGrpSpPr>
          <p:grpSpPr>
            <a:xfrm>
              <a:off x="1350827" y="2050439"/>
              <a:ext cx="10057465" cy="915481"/>
              <a:chOff x="1350827" y="1859939"/>
              <a:chExt cx="10057465" cy="915481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142176F-7E91-9EE7-AAA9-957B45ADC5B7}"/>
                  </a:ext>
                </a:extLst>
              </p:cNvPr>
              <p:cNvSpPr txBox="1"/>
              <p:nvPr/>
            </p:nvSpPr>
            <p:spPr>
              <a:xfrm>
                <a:off x="1350827" y="1879052"/>
                <a:ext cx="150073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/>
                  <a:t>查询指标</a:t>
                </a:r>
                <a:r>
                  <a:rPr lang="en-US" altLang="zh-CN" sz="1600" b="1" dirty="0"/>
                  <a:t>/</a:t>
                </a:r>
                <a:r>
                  <a:rPr lang="zh-CN" altLang="en-US" sz="1600" b="1" dirty="0"/>
                  <a:t>维度</a:t>
                </a: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05AE890-01C2-0A60-DADE-07BD9FA5614A}"/>
                  </a:ext>
                </a:extLst>
              </p:cNvPr>
              <p:cNvSpPr txBox="1"/>
              <p:nvPr/>
            </p:nvSpPr>
            <p:spPr>
              <a:xfrm>
                <a:off x="3564170" y="1879566"/>
                <a:ext cx="18261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/>
                  <a:t>选择满足的需求项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96E88F5-DB97-4E2A-08A7-FCBFE44F2510}"/>
                  </a:ext>
                </a:extLst>
              </p:cNvPr>
              <p:cNvSpPr txBox="1"/>
              <p:nvPr/>
            </p:nvSpPr>
            <p:spPr>
              <a:xfrm>
                <a:off x="5857235" y="1873216"/>
                <a:ext cx="12105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/>
                  <a:t>按规范填写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3E5A05-B121-2B58-4E19-F011645B52F3}"/>
                  </a:ext>
                </a:extLst>
              </p:cNvPr>
              <p:cNvSpPr txBox="1"/>
              <p:nvPr/>
            </p:nvSpPr>
            <p:spPr>
              <a:xfrm>
                <a:off x="7754205" y="1859939"/>
                <a:ext cx="12105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/>
                  <a:t>提交需求单</a:t>
                </a: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54477DF-CEC7-0437-7E72-5D0D89CFAAE3}"/>
                  </a:ext>
                </a:extLst>
              </p:cNvPr>
              <p:cNvSpPr txBox="1"/>
              <p:nvPr/>
            </p:nvSpPr>
            <p:spPr>
              <a:xfrm>
                <a:off x="9546795" y="1873216"/>
                <a:ext cx="12105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/>
                  <a:t>标准化交付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0925612-993C-3E71-B846-F960D7B95252}"/>
                  </a:ext>
                </a:extLst>
              </p:cNvPr>
              <p:cNvSpPr txBox="1"/>
              <p:nvPr/>
            </p:nvSpPr>
            <p:spPr>
              <a:xfrm>
                <a:off x="1358360" y="2226359"/>
                <a:ext cx="1656224" cy="549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从指标库、维度库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查询可用项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D795841-06B8-846B-7634-6B0E19DBFA91}"/>
                  </a:ext>
                </a:extLst>
              </p:cNvPr>
              <p:cNvSpPr txBox="1"/>
              <p:nvPr/>
            </p:nvSpPr>
            <p:spPr>
              <a:xfrm>
                <a:off x="3758887" y="2226359"/>
                <a:ext cx="1952367" cy="549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选择符合需求的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指标、维度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C2B6EF3-1B33-15C2-B34E-2D3B5425B0B0}"/>
                  </a:ext>
                </a:extLst>
              </p:cNvPr>
              <p:cNvSpPr txBox="1"/>
              <p:nvPr/>
            </p:nvSpPr>
            <p:spPr>
              <a:xfrm>
                <a:off x="5671068" y="2220951"/>
                <a:ext cx="1952367" cy="549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《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数据需求模板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》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规范填写需求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2E90889-BA73-57AE-3BA5-43098ED16840}"/>
                  </a:ext>
                </a:extLst>
              </p:cNvPr>
              <p:cNvSpPr txBox="1"/>
              <p:nvPr/>
            </p:nvSpPr>
            <p:spPr>
              <a:xfrm>
                <a:off x="7797368" y="2223442"/>
                <a:ext cx="1462656" cy="549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ITSM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提交需求</a:t>
                </a: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8CB0768-52BD-0736-858F-10A4F003E4AE}"/>
                  </a:ext>
                </a:extLst>
              </p:cNvPr>
              <p:cNvSpPr txBox="1"/>
              <p:nvPr/>
            </p:nvSpPr>
            <p:spPr>
              <a:xfrm>
                <a:off x="9455925" y="2223442"/>
                <a:ext cx="1952367" cy="549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按标准化流程处理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并完成交付</a:t>
                </a:r>
              </a:p>
            </p:txBody>
          </p:sp>
        </p:grpSp>
        <p:sp>
          <p:nvSpPr>
            <p:cNvPr id="26" name="箭头: 右 25">
              <a:extLst>
                <a:ext uri="{FF2B5EF4-FFF2-40B4-BE49-F238E27FC236}">
                  <a16:creationId xmlns:a16="http://schemas.microsoft.com/office/drawing/2014/main" id="{C73C149C-8442-410E-8AEC-7C6F5B8A0063}"/>
                </a:ext>
              </a:extLst>
            </p:cNvPr>
            <p:cNvSpPr/>
            <p:nvPr/>
          </p:nvSpPr>
          <p:spPr>
            <a:xfrm>
              <a:off x="3000879" y="2273515"/>
              <a:ext cx="413970" cy="414957"/>
            </a:xfrm>
            <a:prstGeom prst="rightArrow">
              <a:avLst/>
            </a:prstGeom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箭头: 右 28">
              <a:extLst>
                <a:ext uri="{FF2B5EF4-FFF2-40B4-BE49-F238E27FC236}">
                  <a16:creationId xmlns:a16="http://schemas.microsoft.com/office/drawing/2014/main" id="{8F2FE6B5-F267-32F8-8B7D-A4580EDC1959}"/>
                </a:ext>
              </a:extLst>
            </p:cNvPr>
            <p:cNvSpPr/>
            <p:nvPr/>
          </p:nvSpPr>
          <p:spPr>
            <a:xfrm>
              <a:off x="5314846" y="2273515"/>
              <a:ext cx="413970" cy="414957"/>
            </a:xfrm>
            <a:prstGeom prst="rightArrow">
              <a:avLst/>
            </a:prstGeom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箭头: 右 29">
              <a:extLst>
                <a:ext uri="{FF2B5EF4-FFF2-40B4-BE49-F238E27FC236}">
                  <a16:creationId xmlns:a16="http://schemas.microsoft.com/office/drawing/2014/main" id="{2EF3FABC-33B7-6026-1CF2-E08E11F7EEF3}"/>
                </a:ext>
              </a:extLst>
            </p:cNvPr>
            <p:cNvSpPr/>
            <p:nvPr/>
          </p:nvSpPr>
          <p:spPr>
            <a:xfrm>
              <a:off x="7389807" y="2273515"/>
              <a:ext cx="413970" cy="414957"/>
            </a:xfrm>
            <a:prstGeom prst="rightArrow">
              <a:avLst/>
            </a:prstGeom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箭头: 右 30">
              <a:extLst>
                <a:ext uri="{FF2B5EF4-FFF2-40B4-BE49-F238E27FC236}">
                  <a16:creationId xmlns:a16="http://schemas.microsoft.com/office/drawing/2014/main" id="{F7A30825-E0CE-CD75-32A5-2B597D8B7A63}"/>
                </a:ext>
              </a:extLst>
            </p:cNvPr>
            <p:cNvSpPr/>
            <p:nvPr/>
          </p:nvSpPr>
          <p:spPr>
            <a:xfrm>
              <a:off x="9041955" y="2273515"/>
              <a:ext cx="413970" cy="414957"/>
            </a:xfrm>
            <a:prstGeom prst="rightArrow">
              <a:avLst/>
            </a:prstGeom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D78DCF2-1511-3983-E9D2-0809C2DDF51A}"/>
              </a:ext>
            </a:extLst>
          </p:cNvPr>
          <p:cNvSpPr/>
          <p:nvPr/>
        </p:nvSpPr>
        <p:spPr>
          <a:xfrm>
            <a:off x="387350" y="1714500"/>
            <a:ext cx="11290300" cy="2382734"/>
          </a:xfrm>
          <a:prstGeom prst="roundRect">
            <a:avLst>
              <a:gd name="adj" fmla="val 1694"/>
            </a:avLst>
          </a:prstGeom>
          <a:noFill/>
          <a:ln>
            <a:solidFill>
              <a:srgbClr val="C00000">
                <a:alpha val="22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E90A77C-B698-690D-208A-34C0A614C0F1}"/>
              </a:ext>
            </a:extLst>
          </p:cNvPr>
          <p:cNvGrpSpPr/>
          <p:nvPr/>
        </p:nvGrpSpPr>
        <p:grpSpPr>
          <a:xfrm>
            <a:off x="387350" y="4377939"/>
            <a:ext cx="11290300" cy="628616"/>
            <a:chOff x="387350" y="4019799"/>
            <a:chExt cx="11290300" cy="628616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B241FED3-E027-F5A3-F837-1FD06535CE7C}"/>
                </a:ext>
              </a:extLst>
            </p:cNvPr>
            <p:cNvSpPr/>
            <p:nvPr/>
          </p:nvSpPr>
          <p:spPr>
            <a:xfrm>
              <a:off x="387350" y="4019799"/>
              <a:ext cx="11290300" cy="628616"/>
            </a:xfrm>
            <a:prstGeom prst="roundRect">
              <a:avLst>
                <a:gd name="adj" fmla="val 1694"/>
              </a:avLst>
            </a:prstGeom>
            <a:noFill/>
            <a:ln>
              <a:solidFill>
                <a:srgbClr val="C00000">
                  <a:alpha val="1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645A96A-5848-1F1F-D6B7-2D5E4E8296E7}"/>
                </a:ext>
              </a:extLst>
            </p:cNvPr>
            <p:cNvSpPr txBox="1"/>
            <p:nvPr/>
          </p:nvSpPr>
          <p:spPr>
            <a:xfrm>
              <a:off x="2083069" y="4195607"/>
              <a:ext cx="868997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若数据字典无法满足需求，则考虑是否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新增标准化指标或维度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，新增需求经评审后纳入字典中，持续优化数据资产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0CC6380-93EE-94D1-2087-FC554B293281}"/>
                </a:ext>
              </a:extLst>
            </p:cNvPr>
            <p:cNvSpPr txBox="1"/>
            <p:nvPr/>
          </p:nvSpPr>
          <p:spPr>
            <a:xfrm>
              <a:off x="989965" y="4187523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提示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E2CC1BA-D6FA-AC87-170E-A1BB370FE20B}"/>
              </a:ext>
            </a:extLst>
          </p:cNvPr>
          <p:cNvGrpSpPr/>
          <p:nvPr/>
        </p:nvGrpSpPr>
        <p:grpSpPr>
          <a:xfrm>
            <a:off x="387350" y="5287259"/>
            <a:ext cx="11290300" cy="628616"/>
            <a:chOff x="387350" y="4921499"/>
            <a:chExt cx="11290300" cy="628616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771601C-B6AF-FA52-7707-2DA3D6C4CEC4}"/>
                </a:ext>
              </a:extLst>
            </p:cNvPr>
            <p:cNvSpPr/>
            <p:nvPr/>
          </p:nvSpPr>
          <p:spPr>
            <a:xfrm>
              <a:off x="387350" y="4921499"/>
              <a:ext cx="11290300" cy="628616"/>
            </a:xfrm>
            <a:prstGeom prst="roundRect">
              <a:avLst>
                <a:gd name="adj" fmla="val 1694"/>
              </a:avLst>
            </a:prstGeom>
            <a:noFill/>
            <a:ln>
              <a:solidFill>
                <a:srgbClr val="C00000">
                  <a:alpha val="1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DE28DD0-2BAA-9CA2-6373-CD79569F80D0}"/>
                </a:ext>
              </a:extLst>
            </p:cNvPr>
            <p:cNvSpPr txBox="1"/>
            <p:nvPr/>
          </p:nvSpPr>
          <p:spPr>
            <a:xfrm>
              <a:off x="2055810" y="5097304"/>
              <a:ext cx="9683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统一标准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AD99FD4-3202-D6CC-1AB1-F5DC58084545}"/>
                </a:ext>
              </a:extLst>
            </p:cNvPr>
            <p:cNvSpPr txBox="1"/>
            <p:nvPr/>
          </p:nvSpPr>
          <p:spPr>
            <a:xfrm>
              <a:off x="3349414" y="5097304"/>
              <a:ext cx="127841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减少沟通成本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77A5605B-12ED-2234-3279-3BC2B737DA19}"/>
                </a:ext>
              </a:extLst>
            </p:cNvPr>
            <p:cNvSpPr txBox="1"/>
            <p:nvPr/>
          </p:nvSpPr>
          <p:spPr>
            <a:xfrm>
              <a:off x="4858758" y="5097304"/>
              <a:ext cx="16043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沉淀资产，复用共享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86420A7-6EFD-2782-813D-035E42283C3E}"/>
                </a:ext>
              </a:extLst>
            </p:cNvPr>
            <p:cNvSpPr txBox="1"/>
            <p:nvPr/>
          </p:nvSpPr>
          <p:spPr>
            <a:xfrm>
              <a:off x="6799766" y="5089208"/>
              <a:ext cx="160434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流程规范，提升效率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5EBC4C2-D575-1325-E90F-6D42AC869239}"/>
                </a:ext>
              </a:extLst>
            </p:cNvPr>
            <p:cNvSpPr txBox="1"/>
            <p:nvPr/>
          </p:nvSpPr>
          <p:spPr>
            <a:xfrm>
              <a:off x="8650655" y="5071869"/>
              <a:ext cx="218630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保障质量，支撑业务发展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FA3BBA9-4BA1-210C-47D7-3BD045FE5A35}"/>
                </a:ext>
              </a:extLst>
            </p:cNvPr>
            <p:cNvSpPr txBox="1"/>
            <p:nvPr/>
          </p:nvSpPr>
          <p:spPr>
            <a:xfrm>
              <a:off x="981075" y="508738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</a:t>
              </a:r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562BC6C0-9AA9-A3A4-CEB1-B54057343ED7}"/>
              </a:ext>
            </a:extLst>
          </p:cNvPr>
          <p:cNvSpPr txBox="1"/>
          <p:nvPr/>
        </p:nvSpPr>
        <p:spPr>
          <a:xfrm>
            <a:off x="3585799" y="1078357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标准化流程，规范需求提交，保障高效交付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4BDE0C2-0691-9BCF-239A-946A1F053BEC}"/>
              </a:ext>
            </a:extLst>
          </p:cNvPr>
          <p:cNvSpPr/>
          <p:nvPr/>
        </p:nvSpPr>
        <p:spPr>
          <a:xfrm>
            <a:off x="387350" y="1714500"/>
            <a:ext cx="849126" cy="2382734"/>
          </a:xfrm>
          <a:prstGeom prst="roundRect">
            <a:avLst>
              <a:gd name="adj" fmla="val 410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92A12C2-D021-2936-264B-42E9DADF9BA8}"/>
              </a:ext>
            </a:extLst>
          </p:cNvPr>
          <p:cNvSpPr txBox="1"/>
          <p:nvPr/>
        </p:nvSpPr>
        <p:spPr>
          <a:xfrm>
            <a:off x="466430" y="2117458"/>
            <a:ext cx="615553" cy="189186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点餐流程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F0F2A2E7-1E53-FDBD-3FE2-C52531EA3D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5810" y="2058930"/>
            <a:ext cx="525780" cy="525780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600A58FE-138C-24F0-8A76-7E4E28266F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3788" y="2087806"/>
            <a:ext cx="517931" cy="517931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7055E494-E7BE-D3A1-2AB6-26FF49AAB21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0921" y="2000053"/>
            <a:ext cx="605684" cy="605684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5C7F58E7-E6BD-AEAA-C706-0A90DD370C6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72387" y="1984878"/>
            <a:ext cx="607534" cy="607534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0EDC839B-1692-8D2C-8FCB-354BF82E386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92771" y="2042177"/>
            <a:ext cx="525781" cy="525781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D09719C-5583-5BDE-A131-2C3A07AAD405}"/>
              </a:ext>
            </a:extLst>
          </p:cNvPr>
          <p:cNvCxnSpPr/>
          <p:nvPr/>
        </p:nvCxnSpPr>
        <p:spPr>
          <a:xfrm>
            <a:off x="3115995" y="5463064"/>
            <a:ext cx="0" cy="28691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D31DA37-337C-DBE1-3884-16912AB5F939}"/>
              </a:ext>
            </a:extLst>
          </p:cNvPr>
          <p:cNvCxnSpPr/>
          <p:nvPr/>
        </p:nvCxnSpPr>
        <p:spPr>
          <a:xfrm>
            <a:off x="4612000" y="5440591"/>
            <a:ext cx="0" cy="28691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FB6FCC9-6917-7D15-2084-B428923B8A33}"/>
              </a:ext>
            </a:extLst>
          </p:cNvPr>
          <p:cNvCxnSpPr/>
          <p:nvPr/>
        </p:nvCxnSpPr>
        <p:spPr>
          <a:xfrm>
            <a:off x="6553225" y="5449461"/>
            <a:ext cx="0" cy="28691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D1CB891-91D8-3069-49CC-87884FAB43C5}"/>
              </a:ext>
            </a:extLst>
          </p:cNvPr>
          <p:cNvCxnSpPr/>
          <p:nvPr/>
        </p:nvCxnSpPr>
        <p:spPr>
          <a:xfrm>
            <a:off x="8523622" y="5442228"/>
            <a:ext cx="0" cy="28691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81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四、标准化数据字典（</a:t>
            </a:r>
            <a:r>
              <a:rPr lang="en-US" altLang="zh-CN" dirty="0"/>
              <a:t>2/3</a:t>
            </a:r>
            <a:r>
              <a:rPr lang="zh-CN" altLang="en-US" dirty="0"/>
              <a:t>） ：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新增指标申请</a:t>
            </a:r>
            <a:r>
              <a:rPr lang="zh-CN" altLang="en-US" dirty="0"/>
              <a:t>流程</a:t>
            </a:r>
            <a:endParaRPr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00972344-655F-0D38-2C0D-E37324317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215584"/>
              </p:ext>
            </p:extLst>
          </p:nvPr>
        </p:nvGraphicFramePr>
        <p:xfrm>
          <a:off x="1099750" y="4609070"/>
          <a:ext cx="10351223" cy="17733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1220">
                  <a:extLst>
                    <a:ext uri="{9D8B030D-6E8A-4147-A177-3AD203B41FA5}">
                      <a16:colId xmlns:a16="http://schemas.microsoft.com/office/drawing/2014/main" val="941459229"/>
                    </a:ext>
                  </a:extLst>
                </a:gridCol>
                <a:gridCol w="2306343">
                  <a:extLst>
                    <a:ext uri="{9D8B030D-6E8A-4147-A177-3AD203B41FA5}">
                      <a16:colId xmlns:a16="http://schemas.microsoft.com/office/drawing/2014/main" val="1633073217"/>
                    </a:ext>
                  </a:extLst>
                </a:gridCol>
                <a:gridCol w="2011220">
                  <a:extLst>
                    <a:ext uri="{9D8B030D-6E8A-4147-A177-3AD203B41FA5}">
                      <a16:colId xmlns:a16="http://schemas.microsoft.com/office/drawing/2014/main" val="259065452"/>
                    </a:ext>
                  </a:extLst>
                </a:gridCol>
                <a:gridCol w="1807746">
                  <a:extLst>
                    <a:ext uri="{9D8B030D-6E8A-4147-A177-3AD203B41FA5}">
                      <a16:colId xmlns:a16="http://schemas.microsoft.com/office/drawing/2014/main" val="3862351726"/>
                    </a:ext>
                  </a:extLst>
                </a:gridCol>
                <a:gridCol w="2214694">
                  <a:extLst>
                    <a:ext uri="{9D8B030D-6E8A-4147-A177-3AD203B41FA5}">
                      <a16:colId xmlns:a16="http://schemas.microsoft.com/office/drawing/2014/main" val="3981938398"/>
                    </a:ext>
                  </a:extLst>
                </a:gridCol>
              </a:tblGrid>
              <a:tr h="2253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表头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新增指标名称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参考标准指标编码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参考标准指标名称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统计口径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634558"/>
                  </a:ext>
                </a:extLst>
              </a:tr>
              <a:tr h="132259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新入网宽带次月活跃率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KD_011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主宽入网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本月入网号码与主宽入网保持一致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按实际情况填写以下四部分：</a:t>
                      </a:r>
                      <a:b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①数据来源：需要用到的表</a:t>
                      </a:r>
                      <a:b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②筛选规则：从表中如何筛选所需号码范围</a:t>
                      </a:r>
                      <a:b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③统计方式：计算公式，统计什么量</a:t>
                      </a:r>
                      <a:b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④补充说明：对一些取数逻辑补充说明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272236"/>
                  </a:ext>
                </a:extLst>
              </a:tr>
              <a:tr h="2253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最终以销售部审核为准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参阅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指标库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28" marR="8328" marT="8328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936461"/>
                  </a:ext>
                </a:extLst>
              </a:tr>
            </a:tbl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79FC0B63-4878-3709-AF26-193AB2FFFABD}"/>
              </a:ext>
            </a:extLst>
          </p:cNvPr>
          <p:cNvSpPr txBox="1"/>
          <p:nvPr/>
        </p:nvSpPr>
        <p:spPr>
          <a:xfrm>
            <a:off x="1471999" y="912169"/>
            <a:ext cx="8512260" cy="777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当现有数据字典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无法满足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业务需求，或业务提出具有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复用价值的新指标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时，可通过新增指标申请模板发起标准化指标纳入流程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533F0CC-768E-807C-DD2E-94AADBC1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675" y="2214045"/>
            <a:ext cx="8958650" cy="1881318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6E0E200-64D9-C569-A3D9-1601ADB4B365}"/>
              </a:ext>
            </a:extLst>
          </p:cNvPr>
          <p:cNvSpPr/>
          <p:nvPr/>
        </p:nvSpPr>
        <p:spPr>
          <a:xfrm>
            <a:off x="1099750" y="2002613"/>
            <a:ext cx="10169611" cy="2136901"/>
          </a:xfrm>
          <a:prstGeom prst="roundRect">
            <a:avLst>
              <a:gd name="adj" fmla="val 3240"/>
            </a:avLst>
          </a:prstGeom>
          <a:noFill/>
          <a:ln>
            <a:solidFill>
              <a:srgbClr val="C00000">
                <a:alpha val="17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70AA15-C0A5-A2C8-45C2-3E9EFE08C319}"/>
              </a:ext>
            </a:extLst>
          </p:cNvPr>
          <p:cNvSpPr txBox="1"/>
          <p:nvPr/>
        </p:nvSpPr>
        <p:spPr>
          <a:xfrm>
            <a:off x="1173892" y="2060156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一、填写流程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6F9931-7D62-059D-696B-6EECA8A1F943}"/>
              </a:ext>
            </a:extLst>
          </p:cNvPr>
          <p:cNvSpPr txBox="1"/>
          <p:nvPr/>
        </p:nvSpPr>
        <p:spPr>
          <a:xfrm>
            <a:off x="1237221" y="4261848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二、填写模板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343787" y="1862356"/>
            <a:ext cx="1619075" cy="2139193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云形标注 13"/>
          <p:cNvSpPr/>
          <p:nvPr/>
        </p:nvSpPr>
        <p:spPr>
          <a:xfrm>
            <a:off x="7617204" y="1602298"/>
            <a:ext cx="1233182" cy="729842"/>
          </a:xfrm>
          <a:prstGeom prst="cloudCallout">
            <a:avLst>
              <a:gd name="adj1" fmla="val -97134"/>
              <a:gd name="adj2" fmla="val 275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销售部</a:t>
            </a:r>
          </a:p>
        </p:txBody>
      </p:sp>
    </p:spTree>
    <p:extLst>
      <p:ext uri="{BB962C8B-B14F-4D97-AF65-F5344CB8AC3E}">
        <p14:creationId xmlns:p14="http://schemas.microsoft.com/office/powerpoint/2010/main" val="2536510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四、标准化数据字典（</a:t>
            </a:r>
            <a:r>
              <a:rPr lang="en-US" altLang="zh-CN" dirty="0"/>
              <a:t>3/3</a:t>
            </a:r>
            <a:r>
              <a:rPr lang="zh-CN" altLang="en-US" dirty="0"/>
              <a:t>） ：个性化需求提取流程</a:t>
            </a:r>
            <a:endParaRPr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9FC0B63-4878-3709-AF26-193AB2FFFABD}"/>
              </a:ext>
            </a:extLst>
          </p:cNvPr>
          <p:cNvSpPr txBox="1"/>
          <p:nvPr/>
        </p:nvSpPr>
        <p:spPr>
          <a:xfrm>
            <a:off x="1552524" y="919912"/>
            <a:ext cx="851226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当现有数据字典无法满足业务需求，可通过个性化需求申请模板发起支撑流程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7B3AE5F-6CDF-BAD5-AF6D-20D6B28A872F}"/>
              </a:ext>
            </a:extLst>
          </p:cNvPr>
          <p:cNvSpPr/>
          <p:nvPr/>
        </p:nvSpPr>
        <p:spPr>
          <a:xfrm>
            <a:off x="621675" y="3978876"/>
            <a:ext cx="11030747" cy="2526956"/>
          </a:xfrm>
          <a:prstGeom prst="roundRect">
            <a:avLst>
              <a:gd name="adj" fmla="val 2242"/>
            </a:avLst>
          </a:prstGeom>
          <a:noFill/>
          <a:ln>
            <a:solidFill>
              <a:srgbClr val="C00000">
                <a:alpha val="1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C2D7AF-6CBC-7AEA-0B73-E7407B0ED170}"/>
              </a:ext>
            </a:extLst>
          </p:cNvPr>
          <p:cNvSpPr txBox="1"/>
          <p:nvPr/>
        </p:nvSpPr>
        <p:spPr>
          <a:xfrm>
            <a:off x="851677" y="4066873"/>
            <a:ext cx="1154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、填写模板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F7481F0-EFBF-2DEC-EC6E-AAC542CCD1B6}"/>
              </a:ext>
            </a:extLst>
          </p:cNvPr>
          <p:cNvGrpSpPr/>
          <p:nvPr/>
        </p:nvGrpSpPr>
        <p:grpSpPr>
          <a:xfrm>
            <a:off x="792881" y="1791541"/>
            <a:ext cx="10859541" cy="1656871"/>
            <a:chOff x="792881" y="1555321"/>
            <a:chExt cx="10859541" cy="1656871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399823C-D0C9-BC00-E61F-7CBD20A76BB7}"/>
                </a:ext>
              </a:extLst>
            </p:cNvPr>
            <p:cNvSpPr txBox="1"/>
            <p:nvPr/>
          </p:nvSpPr>
          <p:spPr>
            <a:xfrm>
              <a:off x="792881" y="2423065"/>
              <a:ext cx="2426557" cy="789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 申请人提交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填写新增指标申请表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并提交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6E8F283-A53B-F423-9B2A-617222301894}"/>
                </a:ext>
              </a:extLst>
            </p:cNvPr>
            <p:cNvSpPr txBox="1"/>
            <p:nvPr/>
          </p:nvSpPr>
          <p:spPr>
            <a:xfrm>
              <a:off x="2924349" y="2423065"/>
              <a:ext cx="2426557" cy="789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 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</a:t>
              </a:r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+IT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联合评审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评估指标定义与口径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技术可行性与复用性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5EE8316-F3EE-52FE-D5F9-394E0EE6FF3A}"/>
                </a:ext>
              </a:extLst>
            </p:cNvPr>
            <p:cNvSpPr txBox="1"/>
            <p:nvPr/>
          </p:nvSpPr>
          <p:spPr>
            <a:xfrm>
              <a:off x="5149943" y="2423064"/>
              <a:ext cx="2426557" cy="7337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03 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标准化评审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确认是否纳入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标准指标库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4414F6D-0D18-E141-7D71-F3F23EF89B62}"/>
                </a:ext>
              </a:extLst>
            </p:cNvPr>
            <p:cNvSpPr txBox="1"/>
            <p:nvPr/>
          </p:nvSpPr>
          <p:spPr>
            <a:xfrm>
              <a:off x="7156292" y="2423064"/>
              <a:ext cx="2426557" cy="7337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04 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指标入库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生成指标编码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完成入库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A01B294-0C78-D823-C116-2BBAD76A6BC5}"/>
                </a:ext>
              </a:extLst>
            </p:cNvPr>
            <p:cNvSpPr txBox="1"/>
            <p:nvPr/>
          </p:nvSpPr>
          <p:spPr>
            <a:xfrm>
              <a:off x="9225865" y="2423064"/>
              <a:ext cx="2426557" cy="7337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05</a:t>
              </a:r>
              <a:r>
                <a:rPr lang="zh-CN" altLang="en-US" sz="1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全市共享复用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发布数据字典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供全市统一使用</a:t>
              </a:r>
            </a:p>
          </p:txBody>
        </p:sp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942F3723-058B-C770-3CF1-810818098166}"/>
                </a:ext>
              </a:extLst>
            </p:cNvPr>
            <p:cNvSpPr/>
            <p:nvPr/>
          </p:nvSpPr>
          <p:spPr>
            <a:xfrm>
              <a:off x="2761735" y="2551669"/>
              <a:ext cx="568411" cy="117389"/>
            </a:xfrm>
            <a:prstGeom prst="rightArrow">
              <a:avLst/>
            </a:prstGeom>
            <a:gradFill>
              <a:gsLst>
                <a:gs pos="20000">
                  <a:srgbClr val="C00000">
                    <a:alpha val="0"/>
                  </a:srgbClr>
                </a:gs>
                <a:gs pos="100000">
                  <a:srgbClr val="C00000">
                    <a:alpha val="7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箭头: 右 21">
              <a:extLst>
                <a:ext uri="{FF2B5EF4-FFF2-40B4-BE49-F238E27FC236}">
                  <a16:creationId xmlns:a16="http://schemas.microsoft.com/office/drawing/2014/main" id="{3144B7A7-F736-39BA-0AE2-4FB47D23CAFF}"/>
                </a:ext>
              </a:extLst>
            </p:cNvPr>
            <p:cNvSpPr/>
            <p:nvPr/>
          </p:nvSpPr>
          <p:spPr>
            <a:xfrm>
              <a:off x="5066698" y="2551669"/>
              <a:ext cx="568411" cy="117389"/>
            </a:xfrm>
            <a:prstGeom prst="rightArrow">
              <a:avLst/>
            </a:prstGeom>
            <a:gradFill>
              <a:gsLst>
                <a:gs pos="20000">
                  <a:srgbClr val="C00000">
                    <a:alpha val="0"/>
                  </a:srgbClr>
                </a:gs>
                <a:gs pos="100000">
                  <a:srgbClr val="C00000">
                    <a:alpha val="7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箭头: 右 22">
              <a:extLst>
                <a:ext uri="{FF2B5EF4-FFF2-40B4-BE49-F238E27FC236}">
                  <a16:creationId xmlns:a16="http://schemas.microsoft.com/office/drawing/2014/main" id="{F3A8A596-BB61-DBF9-32AE-56FE6989C0EB}"/>
                </a:ext>
              </a:extLst>
            </p:cNvPr>
            <p:cNvSpPr/>
            <p:nvPr/>
          </p:nvSpPr>
          <p:spPr>
            <a:xfrm>
              <a:off x="7050625" y="2551669"/>
              <a:ext cx="568411" cy="117389"/>
            </a:xfrm>
            <a:prstGeom prst="rightArrow">
              <a:avLst/>
            </a:prstGeom>
            <a:gradFill>
              <a:gsLst>
                <a:gs pos="20000">
                  <a:srgbClr val="C00000">
                    <a:alpha val="0"/>
                  </a:srgbClr>
                </a:gs>
                <a:gs pos="100000">
                  <a:srgbClr val="C00000">
                    <a:alpha val="7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箭头: 右 23">
              <a:extLst>
                <a:ext uri="{FF2B5EF4-FFF2-40B4-BE49-F238E27FC236}">
                  <a16:creationId xmlns:a16="http://schemas.microsoft.com/office/drawing/2014/main" id="{68F6E469-44A4-A465-9AFE-711D140D4814}"/>
                </a:ext>
              </a:extLst>
            </p:cNvPr>
            <p:cNvSpPr/>
            <p:nvPr/>
          </p:nvSpPr>
          <p:spPr>
            <a:xfrm>
              <a:off x="9014438" y="2551669"/>
              <a:ext cx="568411" cy="117389"/>
            </a:xfrm>
            <a:prstGeom prst="rightArrow">
              <a:avLst/>
            </a:prstGeom>
            <a:gradFill>
              <a:gsLst>
                <a:gs pos="20000">
                  <a:srgbClr val="C00000">
                    <a:alpha val="0"/>
                  </a:srgbClr>
                </a:gs>
                <a:gs pos="100000">
                  <a:srgbClr val="C00000">
                    <a:alpha val="7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7BA57373-35CE-CC10-9525-71A3723B1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2276" y="1601341"/>
              <a:ext cx="767766" cy="733727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9636E1CF-BF0A-3447-F940-A7D38E93F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492" y="1570912"/>
              <a:ext cx="862868" cy="794583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B2EC04DB-1A58-B076-F9BB-3C2F7751D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0636" y="1555321"/>
              <a:ext cx="862869" cy="817455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87A911FE-F3EA-53BC-CCD6-D93C57FA8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38135" y="1581545"/>
              <a:ext cx="862869" cy="817794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13F2B308-FE9A-7D4A-726C-18D6F01D9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65724" y="1598894"/>
              <a:ext cx="788001" cy="788001"/>
            </a:xfrm>
            <a:prstGeom prst="rect">
              <a:avLst/>
            </a:prstGeom>
          </p:spPr>
        </p:pic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C98A5CB9-2A15-048F-B945-5DBB573BD33E}"/>
              </a:ext>
            </a:extLst>
          </p:cNvPr>
          <p:cNvSpPr txBox="1"/>
          <p:nvPr/>
        </p:nvSpPr>
        <p:spPr>
          <a:xfrm>
            <a:off x="754781" y="1681859"/>
            <a:ext cx="11544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 、填写流程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AA3A2A4-031A-C9B2-36A8-385E21F71EB1}"/>
              </a:ext>
            </a:extLst>
          </p:cNvPr>
          <p:cNvSpPr/>
          <p:nvPr/>
        </p:nvSpPr>
        <p:spPr>
          <a:xfrm>
            <a:off x="621675" y="1592580"/>
            <a:ext cx="11030747" cy="2132984"/>
          </a:xfrm>
          <a:prstGeom prst="roundRect">
            <a:avLst>
              <a:gd name="adj" fmla="val 2242"/>
            </a:avLst>
          </a:prstGeom>
          <a:noFill/>
          <a:ln>
            <a:solidFill>
              <a:srgbClr val="C00000">
                <a:alpha val="11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EB01F292-B060-3169-B7A3-CA6C47EEC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652711"/>
              </p:ext>
            </p:extLst>
          </p:nvPr>
        </p:nvGraphicFramePr>
        <p:xfrm>
          <a:off x="815741" y="4557206"/>
          <a:ext cx="10515599" cy="18358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4372">
                  <a:extLst>
                    <a:ext uri="{9D8B030D-6E8A-4147-A177-3AD203B41FA5}">
                      <a16:colId xmlns:a16="http://schemas.microsoft.com/office/drawing/2014/main" val="97747377"/>
                    </a:ext>
                  </a:extLst>
                </a:gridCol>
                <a:gridCol w="1279764">
                  <a:extLst>
                    <a:ext uri="{9D8B030D-6E8A-4147-A177-3AD203B41FA5}">
                      <a16:colId xmlns:a16="http://schemas.microsoft.com/office/drawing/2014/main" val="1318241956"/>
                    </a:ext>
                  </a:extLst>
                </a:gridCol>
                <a:gridCol w="1116003">
                  <a:extLst>
                    <a:ext uri="{9D8B030D-6E8A-4147-A177-3AD203B41FA5}">
                      <a16:colId xmlns:a16="http://schemas.microsoft.com/office/drawing/2014/main" val="3332643693"/>
                    </a:ext>
                  </a:extLst>
                </a:gridCol>
                <a:gridCol w="1116003">
                  <a:extLst>
                    <a:ext uri="{9D8B030D-6E8A-4147-A177-3AD203B41FA5}">
                      <a16:colId xmlns:a16="http://schemas.microsoft.com/office/drawing/2014/main" val="3382909755"/>
                    </a:ext>
                  </a:extLst>
                </a:gridCol>
                <a:gridCol w="1114487">
                  <a:extLst>
                    <a:ext uri="{9D8B030D-6E8A-4147-A177-3AD203B41FA5}">
                      <a16:colId xmlns:a16="http://schemas.microsoft.com/office/drawing/2014/main" val="1849804805"/>
                    </a:ext>
                  </a:extLst>
                </a:gridCol>
                <a:gridCol w="1114487">
                  <a:extLst>
                    <a:ext uri="{9D8B030D-6E8A-4147-A177-3AD203B41FA5}">
                      <a16:colId xmlns:a16="http://schemas.microsoft.com/office/drawing/2014/main" val="3882240263"/>
                    </a:ext>
                  </a:extLst>
                </a:gridCol>
                <a:gridCol w="1116003">
                  <a:extLst>
                    <a:ext uri="{9D8B030D-6E8A-4147-A177-3AD203B41FA5}">
                      <a16:colId xmlns:a16="http://schemas.microsoft.com/office/drawing/2014/main" val="3135303622"/>
                    </a:ext>
                  </a:extLst>
                </a:gridCol>
                <a:gridCol w="1116003">
                  <a:extLst>
                    <a:ext uri="{9D8B030D-6E8A-4147-A177-3AD203B41FA5}">
                      <a16:colId xmlns:a16="http://schemas.microsoft.com/office/drawing/2014/main" val="3779880204"/>
                    </a:ext>
                  </a:extLst>
                </a:gridCol>
                <a:gridCol w="1578477">
                  <a:extLst>
                    <a:ext uri="{9D8B030D-6E8A-4147-A177-3AD203B41FA5}">
                      <a16:colId xmlns:a16="http://schemas.microsoft.com/office/drawing/2014/main" val="1403615917"/>
                    </a:ext>
                  </a:extLst>
                </a:gridCol>
              </a:tblGrid>
              <a:tr h="181931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个性化取数需求模板</a:t>
                      </a:r>
                      <a:endParaRPr lang="zh-CN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456991"/>
                  </a:ext>
                </a:extLst>
              </a:tr>
              <a:tr h="2183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表头（带*的项选填）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需求内容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①关于维度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②关于指标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③统计时间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需求原因</a:t>
                      </a:r>
                      <a:endParaRPr lang="zh-CN" altLang="en-US" sz="8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个性化处理</a:t>
                      </a:r>
                      <a:endParaRPr lang="zh-CN" altLang="en-US" sz="8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194930"/>
                  </a:ext>
                </a:extLst>
              </a:tr>
              <a:tr h="2501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维度编码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维度名称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*参考标准指标编码</a:t>
                      </a:r>
                      <a:endParaRPr lang="zh-CN" altLang="en-US" sz="8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*参考标准指标名称</a:t>
                      </a:r>
                      <a:endParaRPr lang="zh-CN" altLang="en-US" sz="8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5886"/>
                  </a:ext>
                </a:extLst>
              </a:tr>
              <a:tr h="76410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</a:t>
                      </a:r>
                      <a:r>
                        <a:rPr lang="en-US" altLang="zh-CN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年各月份天河分公司网格维度的</a:t>
                      </a:r>
                      <a:r>
                        <a:rPr lang="en-US" altLang="zh-CN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199+</a:t>
                      </a:r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宽带拆机离网率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subst_name=</a:t>
                      </a:r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天河分公司</a:t>
                      </a:r>
                      <a:b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cell_name</a:t>
                      </a:r>
                      <a:br>
                        <a:rPr 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branch_name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划小分局</a:t>
                      </a:r>
                      <a:b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网格名称</a:t>
                      </a:r>
                      <a:b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营服名称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KD_002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199+</a:t>
                      </a:r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宽带拆机量</a:t>
                      </a:r>
                      <a:r>
                        <a:rPr lang="en-US" altLang="zh-CN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作为分子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202501-202512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说明数据字典无法满足需求的原因</a:t>
                      </a:r>
                      <a:endParaRPr lang="zh-CN" altLang="en-US" sz="8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按实际情况填写以下四部分：</a:t>
                      </a:r>
                      <a:b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数据来源：需要用到的表</a:t>
                      </a:r>
                      <a:b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筛选规则：从表中如何筛选所需号码范围</a:t>
                      </a:r>
                      <a:b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统计方式：计算公式，统计什么量</a:t>
                      </a:r>
                      <a:b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补充说明：对一些取数逻辑补充说明</a:t>
                      </a:r>
                      <a:endParaRPr lang="zh-CN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307183"/>
                  </a:ext>
                </a:extLst>
              </a:tr>
              <a:tr h="3274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简要说明需要统计什么以及对应维度和统计时间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参阅</a:t>
                      </a:r>
                      <a:r>
                        <a:rPr lang="en-US" altLang="zh-CN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维度库</a:t>
                      </a:r>
                      <a:r>
                        <a:rPr lang="en-US" altLang="zh-CN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如需在标准指标基础上进行个性化处理，可填写，具体指标参阅</a:t>
                      </a:r>
                      <a:r>
                        <a:rPr lang="en-US" altLang="zh-CN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【</a:t>
                      </a:r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指标库</a:t>
                      </a:r>
                      <a:r>
                        <a:rPr lang="en-US" altLang="zh-CN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】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b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548" marR="4548" marT="4548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490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054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标准化数据字典：</a:t>
            </a:r>
            <a:r>
              <a:rPr lang="en-US" altLang="zh-CN" dirty="0"/>
              <a:t>AP</a:t>
            </a:r>
            <a:r>
              <a:rPr lang="zh-CN" altLang="en-US" dirty="0"/>
              <a:t>表</a:t>
            </a:r>
            <a:endParaRPr lang="zh-CN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7CC9E69-01D5-ACAB-B705-6816A971D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742734"/>
              </p:ext>
            </p:extLst>
          </p:nvPr>
        </p:nvGraphicFramePr>
        <p:xfrm>
          <a:off x="621958" y="1186161"/>
          <a:ext cx="10948084" cy="521054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92066">
                  <a:extLst>
                    <a:ext uri="{9D8B030D-6E8A-4147-A177-3AD203B41FA5}">
                      <a16:colId xmlns:a16="http://schemas.microsoft.com/office/drawing/2014/main" val="1918662712"/>
                    </a:ext>
                  </a:extLst>
                </a:gridCol>
                <a:gridCol w="4376561">
                  <a:extLst>
                    <a:ext uri="{9D8B030D-6E8A-4147-A177-3AD203B41FA5}">
                      <a16:colId xmlns:a16="http://schemas.microsoft.com/office/drawing/2014/main" val="2510189521"/>
                    </a:ext>
                  </a:extLst>
                </a:gridCol>
                <a:gridCol w="1584635">
                  <a:extLst>
                    <a:ext uri="{9D8B030D-6E8A-4147-A177-3AD203B41FA5}">
                      <a16:colId xmlns:a16="http://schemas.microsoft.com/office/drawing/2014/main" val="3439779441"/>
                    </a:ext>
                  </a:extLst>
                </a:gridCol>
                <a:gridCol w="1744980">
                  <a:extLst>
                    <a:ext uri="{9D8B030D-6E8A-4147-A177-3AD203B41FA5}">
                      <a16:colId xmlns:a16="http://schemas.microsoft.com/office/drawing/2014/main" val="1581231536"/>
                    </a:ext>
                  </a:extLst>
                </a:gridCol>
                <a:gridCol w="1272540">
                  <a:extLst>
                    <a:ext uri="{9D8B030D-6E8A-4147-A177-3AD203B41FA5}">
                      <a16:colId xmlns:a16="http://schemas.microsoft.com/office/drawing/2014/main" val="2479375385"/>
                    </a:ext>
                  </a:extLst>
                </a:gridCol>
                <a:gridCol w="1077302">
                  <a:extLst>
                    <a:ext uri="{9D8B030D-6E8A-4147-A177-3AD203B41FA5}">
                      <a16:colId xmlns:a16="http://schemas.microsoft.com/office/drawing/2014/main" val="2857974297"/>
                    </a:ext>
                  </a:extLst>
                </a:gridCol>
              </a:tblGrid>
              <a:tr h="42639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</a:t>
                      </a:r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交付物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是否完成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909869"/>
                  </a:ext>
                </a:extLst>
              </a:tr>
              <a:tr h="5294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盘点现有数据资产，梳理基础指标与常用维度，初步形成“号码级指标库”和</a:t>
                      </a:r>
                      <a:b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号码级维度库”框架，明确字段定义、口径及来源系统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陈浩南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52416"/>
                  </a:ext>
                </a:extLst>
              </a:tr>
              <a:tr h="5294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形成“业务结算配置表”，将佣金与激励积分配置流程标准化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业务结算配置表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endParaRPr lang="en-US" altLang="zh-CN" sz="10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0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徐晓聪</a:t>
                      </a: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829699"/>
                  </a:ext>
                </a:extLst>
              </a:tr>
              <a:tr h="5294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划分标准指标库业务版块，审核筛选指标并分配技术责任人，落实指标库维度库填报，建立标准指标库与标准维度库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标准化数据字典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0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陈浩南</a:t>
                      </a: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672083"/>
                  </a:ext>
                </a:extLst>
              </a:tr>
              <a:tr h="5294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完成指标技术口径中文说明、多口径维度说明及指标下钻说明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000" b="1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陈浩南</a:t>
                      </a: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7650236"/>
                  </a:ext>
                </a:extLst>
              </a:tr>
              <a:tr h="5294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标准化数据字典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给业务部门审核定稿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标准化数据字典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数据需求模板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及需求流程</a:t>
                      </a:r>
                      <a:endParaRPr lang="zh-CN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徐晓聪、谢广波、李倩、陈浩南</a:t>
                      </a: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9501524"/>
                  </a:ext>
                </a:extLst>
              </a:tr>
              <a:tr h="5481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编写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标准化数据字典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使用指引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陈浩南、谢广波</a:t>
                      </a: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6611523"/>
                  </a:ext>
                </a:extLst>
              </a:tr>
              <a:tr h="5294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推进数据应用标准化，基于数据字典，开发在线查询指引页面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网页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/531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手机</a:t>
                      </a:r>
                      <a:b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，提供指标维度“点单”式流程。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杨洋、陈浩南</a:t>
                      </a: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450315"/>
                  </a:ext>
                </a:extLst>
              </a:tr>
              <a:tr h="5294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发布数据字典的使用指引进行试运营，组织市本部及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区分公司关键用户培训，贯数据字典使用方法和操作指南，并收集试用反馈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数据标准库使用指引</a:t>
                      </a:r>
                      <a:r>
                        <a:rPr lang="en-US" altLang="zh-CN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endParaRPr lang="en-US" altLang="zh-CN" sz="10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徐晓聪、谢广波、李倩、陈浩南、杨洋</a:t>
                      </a: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299130"/>
                  </a:ext>
                </a:extLst>
              </a:tr>
              <a:tr h="5294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持续完善、优化数据标准化运营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7-12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2" marR="7922" marT="7922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徐晓聪、谢广波、李倩、陈浩南、杨洋</a:t>
                      </a: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3379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下一步的工作</a:t>
            </a:r>
            <a:r>
              <a:rPr lang="en-US" altLang="zh-CN" dirty="0"/>
              <a:t>——</a:t>
            </a:r>
            <a:r>
              <a:rPr lang="zh-CN" altLang="en-US" dirty="0"/>
              <a:t>推进数字字典的掌上应用查询</a:t>
            </a:r>
            <a:endParaRPr 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37AA2DD-E0ED-9FF5-0758-3EDAF9ABF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80" y="955270"/>
            <a:ext cx="9890620" cy="556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72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dirty="0">
                <a:sym typeface="+mn-ea"/>
              </a:rPr>
              <a:t>附件：佣金配置数据字典具体内容（</a:t>
            </a:r>
            <a:r>
              <a:rPr lang="en-US" altLang="zh-CN" dirty="0">
                <a:sym typeface="+mn-ea"/>
              </a:rPr>
              <a:t>1/x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10" y="1016635"/>
            <a:ext cx="89154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dirty="0"/>
              <a:t>附件：佣金配置数据字典具体内容（</a:t>
            </a:r>
            <a:r>
              <a:rPr lang="en-US" altLang="zh-CN" dirty="0"/>
              <a:t>2/x</a:t>
            </a:r>
            <a:r>
              <a:rPr lang="zh-CN" altLang="en-US" dirty="0"/>
              <a:t>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1217295"/>
            <a:ext cx="88773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dirty="0"/>
              <a:t>附件：佣金配置数据字典具体内容（</a:t>
            </a:r>
            <a:r>
              <a:rPr lang="en-US" altLang="zh-CN" dirty="0"/>
              <a:t>3/x</a:t>
            </a:r>
            <a:r>
              <a:rPr lang="zh-CN" altLang="en-US" dirty="0"/>
              <a:t>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505" y="1021080"/>
            <a:ext cx="8945880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dirty="0"/>
              <a:t>附件：佣金配置数据字典具体内容（</a:t>
            </a:r>
            <a:r>
              <a:rPr lang="en-US" altLang="zh-CN" dirty="0"/>
              <a:t>4/x</a:t>
            </a:r>
            <a:r>
              <a:rPr lang="zh-CN" altLang="en-US" dirty="0"/>
              <a:t>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1151255"/>
            <a:ext cx="89535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Object 13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7089" y="2257426"/>
            <a:ext cx="5014913" cy="4600575"/>
          </a:xfrm>
          <a:prstGeom prst="rect">
            <a:avLst/>
          </a:prstGeom>
          <a:noFill/>
        </p:spPr>
      </p:pic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1297685" y="1517015"/>
            <a:ext cx="10498238" cy="259238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</p:spPr>
        <p:txBody>
          <a:bodyPr lIns="85884" tIns="42942" rIns="85884" bIns="42942" anchor="ctr"/>
          <a:lstStyle/>
          <a:p>
            <a:pPr algn="ctr" eaLnBrk="0" hangingPunct="0">
              <a:lnSpc>
                <a:spcPct val="140000"/>
              </a:lnSpc>
              <a:defRPr/>
            </a:pPr>
            <a:r>
              <a:rPr lang="zh-CN" altLang="en-US" sz="8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U0NDA3MDM1ZDlhNmZjMzEwYjcwYTkwNjFkMjE5Nz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1824</Words>
  <Application>Microsoft Office PowerPoint</Application>
  <PresentationFormat>宽屏</PresentationFormat>
  <Paragraphs>272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等线</vt:lpstr>
      <vt:lpstr>华文楷体</vt:lpstr>
      <vt:lpstr>思源黑体 CN Bold</vt:lpstr>
      <vt:lpstr>微软雅黑</vt:lpstr>
      <vt:lpstr>Arial</vt:lpstr>
      <vt:lpstr>Calibri</vt:lpstr>
      <vt:lpstr>Wingdings</vt:lpstr>
      <vt:lpstr>Office 主题</vt:lpstr>
      <vt:lpstr>Office 主题</vt:lpstr>
      <vt:lpstr>PowerPoint 演示文稿</vt:lpstr>
      <vt:lpstr>现状：由“我要取个数”，而带来的低效率劳动</vt:lpstr>
      <vt:lpstr>一、数据字典总体架构</vt:lpstr>
      <vt:lpstr>二、数据支撑字典（1/2）：构建指标+维度标准化体系</vt:lpstr>
      <vt:lpstr>二、模式变化：从人工取数到AI取数</vt:lpstr>
      <vt:lpstr>三、阶段成果：6月底，AI取数能力雏形初步形成</vt:lpstr>
      <vt:lpstr>三、试用验证：首批4人试用，进入真实需求解决率77%</vt:lpstr>
      <vt:lpstr>二、数据支撑字典（2/2）：以前 vs 现在</vt:lpstr>
      <vt:lpstr>四、标准化数据字典（1/3）：数据需求提交流程</vt:lpstr>
      <vt:lpstr>四、标准化数据字典（2/3） ：新增指标申请流程</vt:lpstr>
      <vt:lpstr>四、标准化数据字典（3/3） ：个性化需求提取流程</vt:lpstr>
      <vt:lpstr>标准化数据字典：AP表</vt:lpstr>
      <vt:lpstr>下一步的工作——推进数字字典的掌上应用查询</vt:lpstr>
      <vt:lpstr>附件：佣金配置数据字典具体内容（1/x）</vt:lpstr>
      <vt:lpstr>附件：佣金配置数据字典具体内容（2/x）</vt:lpstr>
      <vt:lpstr>附件：佣金配置数据字典具体内容（3/x）</vt:lpstr>
      <vt:lpstr>附件：佣金配置数据字典具体内容（4/x）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小波 谢</cp:lastModifiedBy>
  <cp:revision>529</cp:revision>
  <dcterms:created xsi:type="dcterms:W3CDTF">2025-07-06T08:36:00Z</dcterms:created>
  <dcterms:modified xsi:type="dcterms:W3CDTF">2026-07-13T09:46:36Z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493E9F3FC525415F859971C4F7274C45_13</vt:lpwstr>
  </property>
  <property fmtid="{D5CDD505-2E9C-101B-9397-08002B2CF9AE}" pid="3" name="KSOProductBuildVer">
    <vt:lpwstr>2052-12.8.2.15091</vt:lpwstr>
  </property>
</Properties>
</file>