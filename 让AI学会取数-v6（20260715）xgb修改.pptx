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14"/>
  </p:notesMasterIdLst>
  <p:handoutMasterIdLst>
    <p:handoutMasterId r:id="rId15"/>
  </p:handoutMasterIdLst>
  <p:sldIdLst>
    <p:sldId id="256" r:id="rId3"/>
    <p:sldId id="3086" r:id="rId4"/>
    <p:sldId id="3093" r:id="rId5"/>
    <p:sldId id="3092" r:id="rId6"/>
    <p:sldId id="3095" r:id="rId7"/>
    <p:sldId id="3098" r:id="rId8"/>
    <p:sldId id="3099" r:id="rId9"/>
    <p:sldId id="3100" r:id="rId10"/>
    <p:sldId id="3102" r:id="rId11"/>
    <p:sldId id="3091" r:id="rId12"/>
    <p:sldId id="327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67" name="office365" initials="o" lastIdx="0" clrIdx="1366"/>
  <p:cmAuthor id="1" name="liyuf" initials="l" lastIdx="1" clrIdx="0"/>
  <p:cmAuthor id="1368" name="甄 建文" initials="甄" lastIdx="0" clrIdx="1367"/>
  <p:cmAuthor id="2" name="作者" initials="A" lastIdx="0" clrIdx="1"/>
  <p:cmAuthor id="1369" name="柯珂" initials="柯" lastIdx="0" clrIdx="1368"/>
  <p:cmAuthor id="3" name="Cyan Bu" initials="CB" lastIdx="1" clrIdx="2"/>
  <p:cmAuthor id="1370" name="WPS_1620655604" initials="W" lastIdx="0" clrIdx="1369"/>
  <p:cmAuthor id="4" name="Joker" initials="J" lastIdx="1" clrIdx="3"/>
  <p:cmAuthor id="1371" name="小角色" initials="小" lastIdx="0" clrIdx="1370"/>
  <p:cmAuthor id="5" name="Administrator" initials="A" lastIdx="0" clrIdx="0"/>
  <p:cmAuthor id="1372" name="阳朔" initials="阳" lastIdx="0" clrIdx="1371"/>
  <p:cmAuthor id="6" name="chen feng" initials="cf" lastIdx="1" clrIdx="2"/>
  <p:cmAuthor id="1373" name="dezye-肖" initials="d" lastIdx="0" clrIdx="1372"/>
  <p:cmAuthor id="7" name="zhang" initials="z" lastIdx="1" clrIdx="6"/>
  <p:cmAuthor id="1374" name="Sunny" initials="S" lastIdx="0" clrIdx="1373"/>
  <p:cmAuthor id="8" name="sz" initials="s" lastIdx="3" clrIdx="4"/>
  <p:cmAuthor id="1375" name="完能" initials="完" lastIdx="0" clrIdx="1374"/>
  <p:cmAuthor id="9" name="微软用户" initials="微" lastIdx="0" clrIdx="0"/>
  <p:cmAuthor id="1376" name="老头王" initials="老" lastIdx="0" clrIdx="1375"/>
  <p:cmAuthor id="10" name="熊先奎10009191" initials="熊" lastIdx="1" clrIdx="9"/>
  <p:cmAuthor id="1377" name="短发Jessica" initials="短" lastIdx="0" clrIdx="1376"/>
  <p:cmAuthor id="11" name="郭凯" initials="郭" lastIdx="1" clrIdx="10"/>
  <p:cmAuthor id="1378" name="樣樣汢荳" initials="樣" lastIdx="0" clrIdx="1377"/>
  <p:cmAuthor id="12" name="lisa" initials="l" lastIdx="2" clrIdx="17"/>
  <p:cmAuthor id="1379" name="方芳芳" initials="方" lastIdx="0" clrIdx="1378"/>
  <p:cmAuthor id="13" name="李岩（IT）" initials="李" lastIdx="2" clrIdx="13"/>
  <p:cmAuthor id="1380" name="无 游客" initials="无" lastIdx="0" clrIdx="1379"/>
  <p:cmAuthor id="14" name="13686" initials="1" lastIdx="1" clrIdx="14"/>
  <p:cmAuthor id="1381" name="lijq" initials="l" lastIdx="0" clrIdx="1380"/>
  <p:cmAuthor id="15" name="周辉" initials="周" lastIdx="1" clrIdx="15"/>
  <p:cmAuthor id="1382" name="August" initials="A" lastIdx="0" clrIdx="1381"/>
  <p:cmAuthor id="16" name="yanhexin" initials="y" lastIdx="1" clrIdx="18"/>
  <p:cmAuthor id="1383" name="J J" initials="J" lastIdx="0" clrIdx="1382"/>
  <p:cmAuthor id="17" name="sunyufang" initials="s" lastIdx="1" clrIdx="21"/>
  <p:cmAuthor id="1384" name="方贤斌" initials="u" lastIdx="0" clrIdx="1383"/>
  <p:cmAuthor id="18" name="MicroSoft" initials="M" lastIdx="1" clrIdx="22"/>
  <p:cmAuthor id="1385" name="彭 治港" initials="彭" lastIdx="0" clrIdx="1384"/>
  <p:cmAuthor id="19" name="孟伟伟" initials="孟" lastIdx="1" clrIdx="15"/>
  <p:cmAuthor id="1386" name="Yuan Hu" initials="Y" lastIdx="0" clrIdx="1385"/>
  <p:cmAuthor id="20" name="86137" initials="8" lastIdx="1" clrIdx="19"/>
  <p:cmAuthor id="1387" name="Ying Li" initials="Y" lastIdx="0" clrIdx="1386"/>
  <p:cmAuthor id="21" name="李蕾00009994" initials="李蕾00009994" lastIdx="6" clrIdx="17"/>
  <p:cmAuthor id="1388" name="徐光宇" initials="徐" lastIdx="0" clrIdx="1387"/>
  <p:cmAuthor id="22" name="Saku Uchikawa" initials="S" lastIdx="11" clrIdx="0"/>
  <p:cmAuthor id="1389" name="孙大威" initials="孙" lastIdx="0" clrIdx="1388"/>
  <p:cmAuthor id="23" name="蔡建楠" initials="caijianna" lastIdx="15" clrIdx="17"/>
  <p:cmAuthor id="1390" name="王景红" initials="王" lastIdx="0" clrIdx="1389"/>
  <p:cmAuthor id="24" name="光善军" initials="光" lastIdx="1" clrIdx="0"/>
  <p:cmAuthor id="1391" name="Changing Zhuang" initials="C" lastIdx="0" clrIdx="1390"/>
  <p:cmAuthor id="25" name="wyz" initials="w" lastIdx="1" clrIdx="24"/>
  <p:cmAuthor id="1392" name="奋斗" initials="奋" lastIdx="0" clrIdx="1391"/>
  <p:cmAuthor id="26" name="Hou Yingfeng" initials="H" lastIdx="10" clrIdx="23"/>
  <p:cmAuthor id="1393" name="对我好的人" initials="" lastIdx="0" clrIdx="1392"/>
  <p:cmAuthor id="27" name="10056791" initials="ZTE" lastIdx="1" clrIdx="29"/>
  <p:cmAuthor id="1394" name="梁飞鸿" initials="梁" lastIdx="0" clrIdx="1393"/>
  <p:cmAuthor id="28" name="Author" initials="A" lastIdx="0" clrIdx="30"/>
  <p:cmAuthor id="1395" name="刘盛权" initials="刘" lastIdx="0" clrIdx="1394"/>
  <p:cmAuthor id="29" name="wu alice" initials="w" lastIdx="2" clrIdx="0"/>
  <p:cmAuthor id="30" name="610007" initials="6" lastIdx="0" clrIdx="32"/>
  <p:cmAuthor id="1397" name="小宝" initials="小" lastIdx="0" clrIdx="1396"/>
  <p:cmAuthor id="31" name="Deanna Schuler (Bookey Consulting)" initials="D" lastIdx="2" clrIdx="0"/>
  <p:cmAuthor id="1398" name="闫秀丽" initials="闫" lastIdx="0" clrIdx="1397"/>
  <p:cmAuthor id="32" name="Li, Siyu" initials="L" lastIdx="12" clrIdx="1"/>
  <p:cmAuthor id="1399" name="10311315" initials="1" lastIdx="0" clrIdx="1398"/>
  <p:cmAuthor id="33" name="PC" initials="P" lastIdx="4" clrIdx="0"/>
  <p:cmAuthor id="191251535" name="沈霄雷" initials="沈" lastIdx="833089" clrIdx="0"/>
  <p:cmAuthor id="1400" name="10038422" initials="1" lastIdx="0" clrIdx="1399"/>
  <p:cmAuthor id="34" name="ZhangXiaoMin" initials="Z" lastIdx="1" clrIdx="1"/>
  <p:cmAuthor id="191251536" name="韩 明宇" initials="韩" lastIdx="1" clrIdx="27"/>
  <p:cmAuthor id="1401" name="未知用户359" initials="未" lastIdx="0" clrIdx="1400"/>
  <p:cmAuthor id="35" name="廖麗華" initials="廖" lastIdx="1" clrIdx="0"/>
  <p:cmAuthor id="191251537" name="田亚林+_vEn2feIZ" initials="authorId_385966644" lastIdx="0" clrIdx="0"/>
  <p:cmAuthor id="1402" name="未知用户364" initials="未" lastIdx="0" clrIdx="1401"/>
  <p:cmAuthor id="36" name="Microsoft Office 用户" initials="M" lastIdx="1" clrIdx="3"/>
  <p:cmAuthor id="191251538" name="孙军_a2y2UrEv" initials="authorId_524475945" lastIdx="0" clrIdx="0"/>
  <p:cmAuthor id="1403" name="源 王" initials="源王" lastIdx="0" clrIdx="1402"/>
  <p:cmAuthor id="37" name="cui yun" initials="cy" lastIdx="1" clrIdx="22"/>
  <p:cmAuthor id="191251539" name="wang" initials="wang" lastIdx="1" clrIdx="14"/>
  <p:cmAuthor id="1404" name="未知用户307" initials="未" lastIdx="0" clrIdx="1403"/>
  <p:cmAuthor id="38" name="凯 毛" initials="凯" lastIdx="1" clrIdx="85"/>
  <p:cmAuthor id="1405" name="未知用户400" initials="未" lastIdx="0" clrIdx="1404"/>
  <p:cmAuthor id="39" name="qihua-DCMS" initials="q" lastIdx="0" clrIdx="0"/>
  <p:cmAuthor id="621584508" name="祖_Cheung" initials="祖" lastIdx="1" clrIdx="359"/>
  <p:cmAuthor id="191251541" name="孙 笑庆" initials="孙" lastIdx="3" clrIdx="16"/>
  <p:cmAuthor id="1406" name="未知用户308" initials="未" lastIdx="0" clrIdx="1405"/>
  <p:cmAuthor id="40" name="YUMINGNJ" initials="Y" lastIdx="3" clrIdx="0"/>
  <p:cmAuthor id="191251542" name="yang.yuan" initials="y" lastIdx="0" clrIdx="17"/>
  <p:cmAuthor id="1407" name="YANGYU.ZJ" initials="Y" lastIdx="0" clrIdx="1406"/>
  <p:cmAuthor id="41" name="daphne" initials="d" lastIdx="1" clrIdx="0"/>
  <p:cmAuthor id="191251543" name="王娟" initials="1" lastIdx="1" clrIdx="31"/>
  <p:cmAuthor id="1408" name="zhao jia" initials="zj" lastIdx="0" clrIdx="1407"/>
  <p:cmAuthor id="42" name="许 志军" initials="许" lastIdx="1" clrIdx="25"/>
  <p:cmAuthor id="1409" name="亮虹 朱" initials="亮朱" lastIdx="0" clrIdx="1408"/>
  <p:cmAuthor id="43" name="欧 志芳" initials="欧" lastIdx="1" clrIdx="26"/>
  <p:cmAuthor id="1410" name="无聊" initials="无" lastIdx="0" clrIdx="1409"/>
  <p:cmAuthor id="44" name="yuanzh" initials="y" lastIdx="1" clrIdx="1"/>
  <p:cmAuthor id="1411" name="杨俏" initials="杨" lastIdx="0" clrIdx="1410"/>
  <p:cmAuthor id="45" name="曾红" initials="曾" lastIdx="0" clrIdx="0"/>
  <p:cmAuthor id="1412" name="小弦切切如私语" initials="小" lastIdx="0" clrIdx="1411"/>
  <p:cmAuthor id="46" name="mm" initials="m" lastIdx="1" clrIdx="0"/>
  <p:cmAuthor id="1413" name="小郭" initials="小" lastIdx="0" clrIdx="1412"/>
  <p:cmAuthor id="47" name="周宏達JerryChou" initials="周" lastIdx="6" clrIdx="2"/>
  <p:cmAuthor id="1414" name="L先生" initials="L" lastIdx="0" clrIdx="1413"/>
  <p:cmAuthor id="48" name="hl sun" initials="h" lastIdx="1" clrIdx="0"/>
  <p:cmAuthor id="1415" name="虞新颖_36fmV3QV" initials="authorId_321496044" lastIdx="0" clrIdx="1414"/>
  <p:cmAuthor id="49" name="朱晓瑜" initials="朱" lastIdx="54" clrIdx="0"/>
  <p:cmAuthor id="1416" name="huzhaoji" initials="h" lastIdx="0" clrIdx="1415"/>
  <p:cmAuthor id="50" name="張秀娟" initials="張" lastIdx="1" clrIdx="2"/>
  <p:cmAuthor id="1417" name="ning" initials="n" lastIdx="0" clrIdx="1416"/>
  <p:cmAuthor id="51" name="未知的使用者11" initials="未" lastIdx="0" clrIdx="1"/>
  <p:cmAuthor id="559801588" name="李林林" initials="李" lastIdx="0" clrIdx="0"/>
  <p:cmAuthor id="1418" name="mouse zz" initials="mz" lastIdx="0" clrIdx="1417"/>
  <p:cmAuthor id="52" name="唐可欣" initials="唐" lastIdx="1" clrIdx="0"/>
  <p:cmAuthor id="559801589" name="lin li" initials="ll" lastIdx="22" clrIdx="1"/>
  <p:cmAuthor id="1419" name="王" initials="王" lastIdx="0" clrIdx="1418"/>
  <p:cmAuthor id="53" name="王鹏凯" initials="王" lastIdx="1" clrIdx="0"/>
  <p:cmAuthor id="559801590" name="595434287@qq.com" initials="5" lastIdx="1" clrIdx="10"/>
  <p:cmAuthor id="1420" name="冰糖雪梨不加糖" initials="冰" lastIdx="0" clrIdx="1419"/>
  <p:cmAuthor id="54" name="不明使用者20" initials="不" lastIdx="1" clrIdx="0"/>
  <p:cmAuthor id="559801591" name="345175348@qq.com" initials="3" lastIdx="1" clrIdx="15"/>
  <p:cmAuthor id="1421" name="longyamei-1" initials="l" lastIdx="0" clrIdx="1420"/>
  <p:cmAuthor id="55" name="jet" initials="j" lastIdx="1" clrIdx="0"/>
  <p:cmAuthor id="559801592" name="李 奕霖" initials="李" lastIdx="1" clrIdx="18"/>
  <p:cmAuthor id="1422" name="liuff" initials="l" lastIdx="0" clrIdx="1421"/>
  <p:cmAuthor id="56" name="clinchen" initials="c" lastIdx="0" clrIdx="1"/>
  <p:cmAuthor id="559801593" name="敬泉 李" initials="敬泉" lastIdx="1" clrIdx="29"/>
  <p:cmAuthor id="1423" name="8615305711863" initials="chenh.zj" lastIdx="0" clrIdx="1422"/>
  <p:cmAuthor id="57" name="Evonlin" initials="E" lastIdx="2" clrIdx="2"/>
  <p:cmAuthor id="1424" name="未知用户127" initials="未知用户127" lastIdx="0" clrIdx="1423"/>
  <p:cmAuthor id="58" name="未知的使用者24" initials="未" lastIdx="1" clrIdx="0"/>
  <p:cmAuthor id="1425" name="高飞" initials="高" lastIdx="0" clrIdx="1424"/>
  <p:cmAuthor id="59" name="未知的使用者25" initials="未" lastIdx="3" clrIdx="1"/>
  <p:cmAuthor id="1426" name="xzb1" initials="x" lastIdx="0" clrIdx="1425"/>
  <p:cmAuthor id="60" name="未知的使用者26" initials="未" lastIdx="1" clrIdx="1"/>
  <p:cmAuthor id="1427" name="李若露" initials="1" lastIdx="0" clrIdx="1426"/>
  <p:cmAuthor id="61" name="Charlotte" initials="C" lastIdx="1" clrIdx="60"/>
  <p:cmAuthor id="1428" name="10088663" initials="1" lastIdx="0" clrIdx="1427"/>
  <p:cmAuthor id="1429" name="WPS_1601454473" initials="W" lastIdx="0" clrIdx="1428"/>
  <p:cmAuthor id="756648232" name="Miranda Bi" initials="M" lastIdx="0" clrIdx="0"/>
  <p:cmAuthor id="63" name="未知用户5" initials="未" lastIdx="1" clrIdx="0"/>
  <p:cmAuthor id="1430" name="王 一鸣" initials="王" lastIdx="0" clrIdx="1429"/>
  <p:cmAuthor id="1431" name="zgdx" initials="z" lastIdx="0" clrIdx="1430"/>
  <p:cmAuthor id="1432" name="潘大星" initials="潘" lastIdx="0" clrIdx="1431"/>
  <p:cmAuthor id="66" name="未知用户8" initials="未" lastIdx="1" clrIdx="0"/>
  <p:cmAuthor id="1433" name="fumiao" initials="f" lastIdx="0" clrIdx="1432"/>
  <p:cmAuthor id="67" name="Unknown User7" initials="U" lastIdx="1" clrIdx="0"/>
  <p:cmAuthor id="756648237" name="Sylan♈️、" initials="S" lastIdx="0" clrIdx="0"/>
  <p:cmAuthor id="1434" name="Ian Sharpe" initials="I" lastIdx="0" clrIdx="1433"/>
  <p:cmAuthor id="68" name="Unknown User8" initials="U" lastIdx="1" clrIdx="0"/>
  <p:cmAuthor id="756648238" name="王灏" initials="王灏" lastIdx="1" clrIdx="3"/>
  <p:cmAuthor id="1435" name="李昊" initials="山" lastIdx="0" clrIdx="1434"/>
  <p:cmAuthor id="69" name="未知用户15" initials="未" lastIdx="1" clrIdx="0"/>
  <p:cmAuthor id="756648239" name="Microsoft Office User" initials="Office" lastIdx="1" clrIdx="4"/>
  <p:cmAuthor id="1436" name="唐 赛" initials="唐" lastIdx="0" clrIdx="1435"/>
  <p:cmAuthor id="70" name="未知用户13" initials="未" lastIdx="1" clrIdx="0"/>
  <p:cmAuthor id="1437" name="朱江" initials="朱" lastIdx="0" clrIdx="1436"/>
  <p:cmAuthor id="71" name="未知用户14" initials="未" lastIdx="1" clrIdx="0"/>
  <p:cmAuthor id="1438" name="郝佳宁" initials="郝" lastIdx="0" clrIdx="1437"/>
  <p:cmAuthor id="72" name="Jason Wang" initials="J" lastIdx="1" clrIdx="0"/>
  <p:cmAuthor id="1439" name="王红信" initials="王" lastIdx="0" clrIdx="1438"/>
  <p:cmAuthor id="73" name="未知的使用者3" initials="未" lastIdx="0" clrIdx="1"/>
  <p:cmAuthor id="1440" name="yanli yang" initials="yy" lastIdx="0" clrIdx="1439"/>
  <p:cmAuthor id="74" name="qiantong" initials="q" lastIdx="3" clrIdx="1"/>
  <p:cmAuthor id="1441" name="wingheart" initials="w" lastIdx="0" clrIdx="1440"/>
  <p:cmAuthor id="75" name="116304" initials="1" lastIdx="1" clrIdx="1"/>
  <p:cmAuthor id="1442" name="m15975594403@163.com" initials="m" lastIdx="0" clrIdx="1441"/>
  <p:cmAuthor id="76" name="mi" initials="m" lastIdx="1" clrIdx="26"/>
  <p:cmAuthor id="1443" name="xbany" initials="xb21cn" lastIdx="0" clrIdx="1442"/>
  <p:cmAuthor id="77" name="Li Guoliang" initials="LG" lastIdx="1" clrIdx="26"/>
  <p:cmAuthor id="1444" name="q" initials="q" lastIdx="0" clrIdx="1443"/>
  <p:cmAuthor id="78" name="zhong zhong" initials="zz" lastIdx="8" clrIdx="27"/>
  <p:cmAuthor id="1445" name="任 亚乐" initials="任" lastIdx="0" clrIdx="1444"/>
  <p:cmAuthor id="79" name="郑 秀晶" initials="郑" lastIdx="1" clrIdx="86"/>
  <p:cmAuthor id="1446" name="夏芷欣" initials="夏" lastIdx="0" clrIdx="1445"/>
  <p:cmAuthor id="80" name="周姣" initials="1" lastIdx="1" clrIdx="35"/>
  <p:cmAuthor id="1447" name="万 春羽" initials="万" lastIdx="0" clrIdx="1446"/>
  <p:cmAuthor id="81" name="未知的使用者53" initials="未" lastIdx="1" clrIdx="0"/>
  <p:cmAuthor id="1448" name="张心叶" initials="张心叶" lastIdx="0" clrIdx="1447"/>
  <p:cmAuthor id="82" name="未知的使用者46" initials="未" lastIdx="1" clrIdx="1"/>
  <p:cmAuthor id="1449" name="谢美娟00091379" initials="谢" lastIdx="0" clrIdx="1448"/>
  <p:cmAuthor id="83" name="王林10186938" initials="王林10186938" lastIdx="1" clrIdx="41"/>
  <p:cmAuthor id="1450" name="唐芸" initials="唐" lastIdx="0" clrIdx="1449"/>
  <p:cmAuthor id="84" name="LiuHui" initials="" lastIdx="1" clrIdx="0"/>
  <p:cmAuthor id="1451" name="10039985" initials="1" lastIdx="0" clrIdx="1450"/>
  <p:cmAuthor id="85" name="未知用户16" initials="未" lastIdx="1" clrIdx="0"/>
  <p:cmAuthor id="1452" name="10223621" initials="1" lastIdx="0" clrIdx="1451"/>
  <p:cmAuthor id="86" name="未知用户17" initials="未" lastIdx="0" clrIdx="1"/>
  <p:cmAuthor id="1453" name="00001457" initials="0" lastIdx="0" clrIdx="1452"/>
  <p:cmAuthor id="87" name="未知用户104" initials="" lastIdx="1" clrIdx="0"/>
  <p:cmAuthor id="1454" name="ZTE Zhou" initials="A" lastIdx="0" clrIdx="1453"/>
  <p:cmAuthor id="88" name="liupeng" initials="l" lastIdx="1" clrIdx="1"/>
  <p:cmAuthor id="1455" name="MA YOU" initials="M" lastIdx="0" clrIdx="1454"/>
  <p:cmAuthor id="89" name="未知的使用者10" initials="" lastIdx="3" clrIdx="1"/>
  <p:cmAuthor id="1456" name="Unknown User116" initials="U" lastIdx="0" clrIdx="1455"/>
  <p:cmAuthor id="90" name="luxu" initials="l" lastIdx="22" clrIdx="0"/>
  <p:cmAuthor id="1457" name="未知用户186" initials="未" lastIdx="0" clrIdx="1456"/>
  <p:cmAuthor id="91" name="吴军" initials="吴" lastIdx="1" clrIdx="0"/>
  <p:cmAuthor id="1458" name="bu" initials="b" lastIdx="0" clrIdx="1457"/>
  <p:cmAuthor id="92" name="未知的使用者50" initials="未" lastIdx="1" clrIdx="0"/>
  <p:cmAuthor id="1459" name="周文_R7fau6bq" initials="authorId_265585642" lastIdx="0" clrIdx="1458"/>
  <p:cmAuthor id="93" name="未知的使用者48" initials="未" lastIdx="1" clrIdx="0"/>
  <p:cmAuthor id="1460" name="v-maiwanj" initials="v" lastIdx="0" clrIdx="1459"/>
  <p:cmAuthor id="94" name="未知的使用者49" initials="未" lastIdx="1" clrIdx="0"/>
  <p:cmAuthor id="1461" name="xuan" initials="x" lastIdx="0" clrIdx="1460"/>
  <p:cmAuthor id="95" name="未知用户22" initials="未" lastIdx="1" clrIdx="0"/>
  <p:cmAuthor id="1462" name="王旭" initials="王" lastIdx="0" clrIdx="1461"/>
  <p:cmAuthor id="96" name="未知用户24" initials="未" lastIdx="1" clrIdx="0"/>
  <p:cmAuthor id="1463" name="罗艺萌" initials="罗" lastIdx="0" clrIdx="1462"/>
  <p:cmAuthor id="97" name="Mary Feil-Jacobs" initials="M" lastIdx="43" clrIdx="1"/>
  <p:cmAuthor id="1464" name="改变" initials="改" lastIdx="0" clrIdx="1463"/>
  <p:cmAuthor id="1465" name="skyblue2009" initials="s" lastIdx="0" clrIdx="1464"/>
  <p:cmAuthor id="1466" name="chenhx" initials="c" lastIdx="0" clrIdx="1465"/>
  <p:cmAuthor id="100" name="djj" initials="d" lastIdx="2" clrIdx="0"/>
  <p:cmAuthor id="1467" name="李强" initials="A" lastIdx="0" clrIdx="1466"/>
  <p:cmAuthor id="101" name="未知的使用者16" initials="" lastIdx="6" clrIdx="0"/>
  <p:cmAuthor id="1468" name="李靖媛|lijingyuan1" initials="李" lastIdx="0" clrIdx="1467"/>
  <p:cmAuthor id="102" name="lianghb" initials="l" lastIdx="19" clrIdx="0"/>
  <p:cmAuthor id="1469" name="曹劲然" initials="曹" lastIdx="0" clrIdx="1468"/>
  <p:cmAuthor id="103" name="Shawna Strickland" initials="S" lastIdx="2" clrIdx="0"/>
  <p:cmAuthor id="1470" name="桃豆豆" initials="桃" lastIdx="0" clrIdx="1469"/>
  <p:cmAuthor id="104" name="linyd" initials="l" lastIdx="3" clrIdx="1"/>
  <p:cmAuthor id="1471" name="张晶" initials="张" lastIdx="0" clrIdx="1470"/>
  <p:cmAuthor id="105" name="Ashley Eberenz" initials="A" lastIdx="7" clrIdx="1"/>
  <p:cmAuthor id="1472" name="董星星" initials="董" lastIdx="0" clrIdx="1471"/>
  <p:cmAuthor id="106" name="muzi wei" initials="m" lastIdx="1" clrIdx="0"/>
  <p:cmAuthor id="1473" name=" -AgI" initials=" " lastIdx="0" clrIdx="1472"/>
  <p:cmAuthor id="107" name="周元元" initials="" lastIdx="5" clrIdx="0"/>
  <p:cmAuthor id="1474" name="段江" initials="段" lastIdx="0" clrIdx="1473"/>
  <p:cmAuthor id="108" name="未知用户56" initials="未" lastIdx="1" clrIdx="0"/>
  <p:cmAuthor id="1475" name="王凯" initials="王" lastIdx="0" clrIdx="1474"/>
  <p:cmAuthor id="109" name="未知用户55" initials="未" lastIdx="1" clrIdx="0"/>
  <p:cmAuthor id="1476" name="袖盈嘉茉" initials="袖" lastIdx="0" clrIdx="1475"/>
  <p:cmAuthor id="110" name="未知用户51" initials="未" lastIdx="1" clrIdx="1"/>
  <p:cmAuthor id="1477" name="等我有" initials="等" lastIdx="0" clrIdx="1476"/>
  <p:cmAuthor id="111" name="LeeElva" initials="L" lastIdx="1" clrIdx="0"/>
  <p:cmAuthor id="1478" name="泡泡" initials="泡" lastIdx="0" clrIdx="1477"/>
  <p:cmAuthor id="1479" name="小粟勺" initials="小" lastIdx="0" clrIdx="1478"/>
  <p:cmAuthor id="113" name="未知的使用者36" initials="未" lastIdx="10" clrIdx="0"/>
  <p:cmAuthor id="1480" name="月亮是我啃弯的" initials="月" lastIdx="0" clrIdx="1479"/>
  <p:cmAuthor id="114" name="未知的使用者35" initials="未" lastIdx="1" clrIdx="0"/>
  <p:cmAuthor id="1481" name="Hey！Judy" initials="H" lastIdx="0" clrIdx="1480"/>
  <p:cmAuthor id="115" name="未知的使用者33" initials="未" lastIdx="1" clrIdx="0"/>
  <p:cmAuthor id="1482" name="陆森" initials="陆" lastIdx="0" clrIdx="1481"/>
  <p:cmAuthor id="116" name="AbuSina" initials="" lastIdx="2" clrIdx="0"/>
  <p:cmAuthor id="1483" name="小耳朵图图" initials="小" lastIdx="0" clrIdx="1482"/>
  <p:cmAuthor id="117" name="未知的使用者34" initials="未" lastIdx="1" clrIdx="0"/>
  <p:cmAuthor id="1484" name="时光" initials="时" lastIdx="0" clrIdx="1483"/>
  <p:cmAuthor id="118" name="未知用户25" initials="未" lastIdx="1" clrIdx="0"/>
  <p:cmAuthor id="1485" name="Frank" initials="F" lastIdx="0" clrIdx="1484"/>
  <p:cmAuthor id="119" name="未知用户28" initials="未" lastIdx="5" clrIdx="1"/>
  <p:cmAuthor id="1486" name="黄炜" initials="黄" lastIdx="0" clrIdx="1485"/>
  <p:cmAuthor id="120" name="未知用户27" initials="未" lastIdx="1" clrIdx="1"/>
  <p:cmAuthor id="1487" name="wswsbo" initials="w" lastIdx="0" clrIdx="1486"/>
  <p:cmAuthor id="121" name="未知用户12" initials="未" lastIdx="8" clrIdx="0"/>
  <p:cmAuthor id="1488" name="殷一非" initials="殷" lastIdx="0" clrIdx="1487"/>
  <p:cmAuthor id="122" name="未知的使用者37" initials="未" lastIdx="8" clrIdx="0"/>
  <p:cmAuthor id="1489" name="zs_zengxy" initials="z" lastIdx="0" clrIdx="1488"/>
  <p:cmAuthor id="123" name="Harry xu" initials="H" lastIdx="1" clrIdx="0"/>
  <p:cmAuthor id="124" name="未知的使用者59" initials="未" lastIdx="8" clrIdx="0"/>
  <p:cmAuthor id="1491" name="xingwei hou" initials="xh" lastIdx="0" clrIdx="1490"/>
  <p:cmAuthor id="125" name="未知的使用者60" initials="未" lastIdx="1" clrIdx="0"/>
  <p:cmAuthor id="1492" name="孟雪丽|mengxueli" initials="孟" lastIdx="0" clrIdx="1491"/>
  <p:cmAuthor id="126" name="未知的使用者54" initials="未" lastIdx="1" clrIdx="0"/>
  <p:cmAuthor id="127" name="未知用户47" initials="未" lastIdx="6" clrIdx="0"/>
  <p:cmAuthor id="1494" name="10319231" initials="1" lastIdx="0" clrIdx="1493"/>
  <p:cmAuthor id="128" name="未知用户53" initials="未" lastIdx="10" clrIdx="0"/>
  <p:cmAuthor id="1495" name="t18221" initials="t" lastIdx="0" clrIdx="1494"/>
  <p:cmAuthor id="129" name="未知用户48" initials="未" lastIdx="1" clrIdx="0"/>
  <p:cmAuthor id="1496" name="NTKO" initials="H" lastIdx="0" clrIdx="1495"/>
  <p:cmAuthor id="130" name="未知用户49" initials="未" lastIdx="1" clrIdx="0"/>
  <p:cmAuthor id="1497" name="GameWin" initials="G" lastIdx="0" clrIdx="1496"/>
  <p:cmAuthor id="131" name="未知的使用者56" initials="未" lastIdx="6" clrIdx="0"/>
  <p:cmAuthor id="1498" name="董涛" initials="董" lastIdx="0" clrIdx="1497"/>
  <p:cmAuthor id="132" name="未知的使用者61" initials="未" lastIdx="1" clrIdx="0"/>
  <p:cmAuthor id="1499" name="10078380" initials="1" lastIdx="0" clrIdx="1498"/>
  <p:cmAuthor id="133" name="未知的使用者62" initials="未" lastIdx="1" clrIdx="1"/>
  <p:cmAuthor id="1500" name="张建勇" initials="u" lastIdx="0" clrIdx="1499"/>
  <p:cmAuthor id="134" name="未知的使用者58" initials="未" lastIdx="1" clrIdx="0"/>
  <p:cmAuthor id="1501" name="VK" initials="V" lastIdx="0" clrIdx="1500"/>
  <p:cmAuthor id="135" name="未知用户50" initials="未" lastIdx="1" clrIdx="0"/>
  <p:cmAuthor id="1502" name="宋晓龙" initials="宋" lastIdx="0" clrIdx="1501"/>
  <p:cmAuthor id="136" name="未知用户52" initials="未" lastIdx="1" clrIdx="0"/>
  <p:cmAuthor id="1503" name="安广翔" initials="安" lastIdx="0" clrIdx="1502"/>
  <p:cmAuthor id="137" name="未知的使用者120" initials="未" lastIdx="1" clrIdx="0"/>
  <p:cmAuthor id="1504" name="李辉" initials="A" lastIdx="0" clrIdx="1503"/>
  <p:cmAuthor id="138" name="未知的使用者109" initials="未" lastIdx="5" clrIdx="1"/>
  <p:cmAuthor id="1505" name="tiger" initials="t" lastIdx="0" clrIdx="1504"/>
  <p:cmAuthor id="139" name="未知的使用者110" initials="未" lastIdx="1" clrIdx="1"/>
  <p:cmAuthor id="1506" name="翔 姚" initials="翔" lastIdx="0" clrIdx="1505"/>
  <p:cmAuthor id="140" name="未知的使用者111" initials="未" lastIdx="1" clrIdx="0"/>
  <p:cmAuthor id="1507" name="66030012@UE" initials="w" lastIdx="0" clrIdx="1506"/>
  <p:cmAuthor id="141" name="未知的使用者121" initials="未" lastIdx="1" clrIdx="0"/>
  <p:cmAuthor id="1508" name="pan hanqi" initials="ph" lastIdx="0" clrIdx="1507"/>
  <p:cmAuthor id="142" name="thomas" initials="t" lastIdx="1" clrIdx="49"/>
  <p:cmAuthor id="1509" name="flystar" initials="f" lastIdx="0" clrIdx="1508"/>
  <p:cmAuthor id="143" name="未知的使用者113" initials="未" lastIdx="1" clrIdx="0"/>
  <p:cmAuthor id="1510" name="QQ" initials="Q" lastIdx="0" clrIdx="1509"/>
  <p:cmAuthor id="144" name="未知的使用者122" initials="未" lastIdx="1" clrIdx="0"/>
  <p:cmAuthor id="1511" name="Montage" initials="M" lastIdx="0" clrIdx="1510"/>
  <p:cmAuthor id="145" name="未知的使用者123" initials="未" lastIdx="8" clrIdx="0"/>
  <p:cmAuthor id="1512" name="刘琦" initials="L" lastIdx="0" clrIdx="1511"/>
  <p:cmAuthor id="146" name="未知的使用者124" initials="未" lastIdx="8" clrIdx="0"/>
  <p:cmAuthor id="1513" name="13910" initials="1" lastIdx="0" clrIdx="1512"/>
  <p:cmAuthor id="147" name="未知的使用者125" initials="未" lastIdx="1" clrIdx="0"/>
  <p:cmAuthor id="1514" name="HUAWEI" initials="H" lastIdx="0" clrIdx="1513"/>
  <p:cmAuthor id="148" name="未知的使用者118" initials="未" lastIdx="1" clrIdx="0"/>
  <p:cmAuthor id="1515" name="Lee 13" initials="L1" lastIdx="0" clrIdx="1514"/>
  <p:cmAuthor id="149" name="未知的使用者126" initials="未" lastIdx="1" clrIdx="0"/>
  <p:cmAuthor id="1516" name="John" initials="" lastIdx="0" clrIdx="1515"/>
  <p:cmAuthor id="150" name="未知用户57" initials="未" lastIdx="1" clrIdx="0"/>
  <p:cmAuthor id="1517" name="10025093" initials="" lastIdx="0" clrIdx="1516"/>
  <p:cmAuthor id="151" name="未知用户58" initials="未" lastIdx="5" clrIdx="1"/>
  <p:cmAuthor id="1518" name="zdxlz" initials="z" lastIdx="0" clrIdx="1517"/>
  <p:cmAuthor id="152" name="未知用户59" initials="未" lastIdx="0" clrIdx="1"/>
  <p:cmAuthor id="1519" name="张燕" initials="" lastIdx="0" clrIdx="1518"/>
  <p:cmAuthor id="153" name="yuexuejun" initials="y" lastIdx="3" clrIdx="0"/>
  <p:cmAuthor id="1520" name="xudi" initials="x" lastIdx="0" clrIdx="1519"/>
  <p:cmAuthor id="154" name="未知的使用者74" initials="未" lastIdx="8" clrIdx="0"/>
  <p:cmAuthor id="8535702" name="曾蓓/贝贝" initials="曾" lastIdx="0" clrIdx="0"/>
  <p:cmAuthor id="1521" name="朱常宝10028539" initials="" lastIdx="0" clrIdx="1520"/>
  <p:cmAuthor id="155" name="未知的使用者76" initials="未" lastIdx="1" clrIdx="0"/>
  <p:cmAuthor id="1522" name="10066351" initials="" lastIdx="0" clrIdx="1521"/>
  <p:cmAuthor id="156" name="未知的使用者70" initials="未" lastIdx="1" clrIdx="0"/>
  <p:cmAuthor id="1523" name="SSSX" initials="Lee" lastIdx="0" clrIdx="1522"/>
  <p:cmAuthor id="157" name="未知的使用者73" initials="未" lastIdx="1" clrIdx="0"/>
  <p:cmAuthor id="1524" name="qdyy619" initials="q" lastIdx="0" clrIdx="1523"/>
  <p:cmAuthor id="158" name="未知的使用者67" initials="未" lastIdx="8" clrIdx="0"/>
  <p:cmAuthor id="1525" name="姚琪" initials="姚" lastIdx="0" clrIdx="1524"/>
  <p:cmAuthor id="159" name="未知的使用者68" initials="未" lastIdx="1" clrIdx="0"/>
  <p:cmAuthor id="1526" name="Kiko" initials="K" lastIdx="0" clrIdx="1525"/>
  <p:cmAuthor id="160" name="未知的使用者69" initials="未" lastIdx="1" clrIdx="0"/>
  <p:cmAuthor id="1527" name="hsm" initials="h" lastIdx="0" clrIdx="1526"/>
  <p:cmAuthor id="161" name="未知的使用者43" initials="未" lastIdx="1" clrIdx="0"/>
  <p:cmAuthor id="1528" name="曹宁" initials="曹" lastIdx="0" clrIdx="1527"/>
  <p:cmAuthor id="162" name="未知的使用者40" initials="未" lastIdx="1" clrIdx="0"/>
  <p:cmAuthor id="1529" name="刘圣保" initials="刘" lastIdx="0" clrIdx="1528"/>
  <p:cmAuthor id="163" name="未知的使用者55" initials="未" lastIdx="1" clrIdx="0"/>
  <p:cmAuthor id="1530" name="wuc" initials="w" lastIdx="0" clrIdx="1529"/>
  <p:cmAuthor id="164" name="未知的使用者52" initials="未" lastIdx="1" clrIdx="1"/>
  <p:cmAuthor id="1531" name="周欣" initials="周" lastIdx="0" clrIdx="1530"/>
  <p:cmAuthor id="165" name="未知的使用者72" initials="未" lastIdx="1" clrIdx="0"/>
  <p:cmAuthor id="1532" name="中星 叶" initials="中" lastIdx="0" clrIdx="1531"/>
  <p:cmAuthor id="166" name="未知的使用者71" initials="未" lastIdx="1" clrIdx="1"/>
  <p:cmAuthor id="1533" name="倚海听风" initials="倚" lastIdx="0" clrIdx="1532"/>
  <p:cmAuthor id="167" name="未知用户106" initials="未" lastIdx="1" clrIdx="0"/>
  <p:cmAuthor id="1534" name="王丽" initials="王" lastIdx="0" clrIdx="1533"/>
  <p:cmAuthor id="168" name="不明使用者21" initials="不" lastIdx="1" clrIdx="0"/>
  <p:cmAuthor id="1535" name="Johnny Hsieh" initials="J" lastIdx="0" clrIdx="1534"/>
  <p:cmAuthor id="169" name="不明使用者18" initials="不" lastIdx="0" clrIdx="1"/>
  <p:cmAuthor id="1536" name="fafa" initials="f" lastIdx="0" clrIdx="1535"/>
  <p:cmAuthor id="170" name="不明使用者19" initials="不" lastIdx="1" clrIdx="0"/>
  <p:cmAuthor id="1537" name="panjm" initials="p" lastIdx="0" clrIdx="1536"/>
  <p:cmAuthor id="171" name="未知用户2" initials="未" lastIdx="1" clrIdx="0"/>
  <p:cmAuthor id="1538" name="高俊" initials="高" lastIdx="0" clrIdx="1537"/>
  <p:cmAuthor id="172" name="未知用户93" initials="未" lastIdx="1" clrIdx="0"/>
  <p:cmAuthor id="1539" name="Jiaxi Wang" initials="JW" lastIdx="0" clrIdx="1538"/>
  <p:cmAuthor id="173" name="未知用户90" initials="未" lastIdx="5" clrIdx="1"/>
  <p:cmAuthor id="1540" name="未知用户471" initials="未" lastIdx="0" clrIdx="1539"/>
  <p:cmAuthor id="174" name="未知用户91" initials="未" lastIdx="0" clrIdx="1"/>
  <p:cmAuthor id="1541" name="未知用户473" initials="未" lastIdx="0" clrIdx="1540"/>
  <p:cmAuthor id="175" name="未知用户92" initials="未" lastIdx="1" clrIdx="0"/>
  <p:cmAuthor id="1542" name="未知用户474" initials="未" lastIdx="0" clrIdx="1541"/>
  <p:cmAuthor id="176" name="未知用户74" initials="未" lastIdx="5" clrIdx="1"/>
  <p:cmAuthor id="1543" name="未知用户476" initials="未" lastIdx="0" clrIdx="1542"/>
  <p:cmAuthor id="177" name="未知用户75" initials="未" lastIdx="8" clrIdx="0"/>
  <p:cmAuthor id="1544" name="未知用户489" initials="未" lastIdx="0" clrIdx="1543"/>
  <p:cmAuthor id="178" name="未知用户76" initials="未" lastIdx="1" clrIdx="0"/>
  <p:cmAuthor id="1545" name="未知用户477" initials="未" lastIdx="0" clrIdx="1544"/>
  <p:cmAuthor id="179" name="未知用户77" initials="未" lastIdx="8" clrIdx="0"/>
  <p:cmAuthor id="1546" name="未知用户483" initials="未" lastIdx="0" clrIdx="1545"/>
  <p:cmAuthor id="180" name="未知用户78" initials="未" lastIdx="8" clrIdx="0"/>
  <p:cmAuthor id="1547" name="Liyangjun" initials="L" lastIdx="0" clrIdx="1546"/>
  <p:cmAuthor id="181" name="未知用户79" initials="未" lastIdx="1" clrIdx="0"/>
  <p:cmAuthor id="1548" name="伟烨LIN" initials="伟" lastIdx="0" clrIdx="1547"/>
  <p:cmAuthor id="182" name="未知用户80" initials="未" lastIdx="1" clrIdx="0"/>
  <p:cmAuthor id="1549" name="WPS_1559632127" initials="W" lastIdx="0" clrIdx="1548"/>
  <p:cmAuthor id="183" name="未知用户81" initials="未" lastIdx="1" clrIdx="0"/>
  <p:cmAuthor id="1550" name="林桦桦" initials="林" lastIdx="0" clrIdx="1549"/>
  <p:cmAuthor id="184" name="未知的使用者95" initials="未" lastIdx="1" clrIdx="0"/>
  <p:cmAuthor id="1551" name="sw" initials="s" lastIdx="0" clrIdx="1550"/>
  <p:cmAuthor id="185" name="未知的使用者92" initials="未" lastIdx="1" clrIdx="0"/>
  <p:cmAuthor id="1552" name="cheng" initials="c" lastIdx="0" clrIdx="1551"/>
  <p:cmAuthor id="186" name="未知的使用者93" initials="未" lastIdx="1" clrIdx="1"/>
  <p:cmAuthor id="1553" name="裴煜" initials="裴" lastIdx="0" clrIdx="1552"/>
  <p:cmAuthor id="187" name="未知的使用者94" initials="未" lastIdx="1" clrIdx="2"/>
  <p:cmAuthor id="1554" name="8618608404186" initials="" lastIdx="0" clrIdx="1553"/>
  <p:cmAuthor id="188" name="Christina" initials="C" lastIdx="0" clrIdx="0"/>
  <p:cmAuthor id="1555" name="佳" initials="佳" lastIdx="0" clrIdx="1554"/>
  <p:cmAuthor id="1556" name="肖琼" initials="肖琼" lastIdx="0" clrIdx="1555"/>
  <p:cmAuthor id="190" name="未知用户61" initials="未" lastIdx="8" clrIdx="0"/>
  <p:cmAuthor id="1557" name="廖爽亚" initials="廖" lastIdx="0" clrIdx="1556"/>
  <p:cmAuthor id="191" name="未知用户60" initials="未" lastIdx="1" clrIdx="0"/>
  <p:cmAuthor id="1558" name="James Conard" initials="J" lastIdx="0" clrIdx="1557"/>
  <p:cmAuthor id="192" name="Unknown User24" initials="U" lastIdx="1" clrIdx="0"/>
  <p:cmAuthor id="1559" name="daliang xu" initials="d" lastIdx="0" clrIdx="1558"/>
  <p:cmAuthor id="193" name="Unknown User25" initials="U" lastIdx="1" clrIdx="0"/>
  <p:cmAuthor id="1560" name="liuhao24" initials="l" lastIdx="0" clrIdx="1559"/>
  <p:cmAuthor id="194" name="Unknown User26" initials="U" lastIdx="1" clrIdx="1"/>
  <p:cmAuthor id="1561" name="闪电杰尼" initials="闪" lastIdx="0" clrIdx="1560"/>
  <p:cmAuthor id="195" name="Unknown User27" initials="U" lastIdx="1" clrIdx="0"/>
  <p:cmAuthor id="1562" name="t-1i-caiwu" initials="t" lastIdx="0" clrIdx="1561"/>
  <p:cmAuthor id="196" name="Unknown User28" initials="U" lastIdx="3" clrIdx="1"/>
  <p:cmAuthor id="1563" name="建璋" initials="建" lastIdx="0" clrIdx="1562"/>
  <p:cmAuthor id="197" name="Unknown User11" initials="U" lastIdx="0" clrIdx="1"/>
  <p:cmAuthor id="1564" name="郑由星_外网" initials="郑" lastIdx="0" clrIdx="1563"/>
  <p:cmAuthor id="198" name="Unknown User22" initials="U" lastIdx="1" clrIdx="0"/>
  <p:cmAuthor id="1565" name="未知用户410" initials="未" lastIdx="0" clrIdx="1564"/>
  <p:cmAuthor id="199" name="Unknown User23" initials="U" lastIdx="1" clrIdx="0"/>
  <p:cmAuthor id="1566" name="liuxie" initials="l" lastIdx="0" clrIdx="1565"/>
  <p:cmAuthor id="200" name="未知的使用者112" initials="未" lastIdx="1" clrIdx="1"/>
  <p:cmAuthor id="1567" name="xq" initials="x" lastIdx="0" clrIdx="1566"/>
  <p:cmAuthor id="201" name="未知的使用者107" initials="未" lastIdx="1" clrIdx="0"/>
  <p:cmAuthor id="1568" name="sdzz-syy" initials="s" lastIdx="0" clrIdx="1567"/>
  <p:cmAuthor id="202" name="未知的使用者108" initials="未" lastIdx="1" clrIdx="1"/>
  <p:cmAuthor id="1569" name="赵 璐" initials="赵" lastIdx="0" clrIdx="1568"/>
  <p:cmAuthor id="203" name="未知的使用者98" initials="未" lastIdx="1" clrIdx="2"/>
  <p:cmAuthor id="1570" name="丁诚" initials="丁" lastIdx="0" clrIdx="1569"/>
  <p:cmAuthor id="204" name="未知的使用者145" initials="未" lastIdx="1" clrIdx="0"/>
  <p:cmAuthor id="1571" name="chenzheng4" initials="c" lastIdx="0" clrIdx="1570"/>
  <p:cmAuthor id="205" name="未知的使用者146" initials="未" lastIdx="1" clrIdx="0"/>
  <p:cmAuthor id="1572" name="guoge" initials="g" lastIdx="0" clrIdx="1571"/>
  <p:cmAuthor id="206" name="未知的使用者147" initials="未" lastIdx="1" clrIdx="1"/>
  <p:cmAuthor id="1573" name="CVTEr" initials="C" lastIdx="0" clrIdx="1572"/>
  <p:cmAuthor id="207" name="未知的使用者144" initials="未" lastIdx="1" clrIdx="2"/>
  <p:cmAuthor id="1574" name="z cl" initials="z" lastIdx="0" clrIdx="1573"/>
  <p:cmAuthor id="208" name="未知的使用者133" initials="未" lastIdx="1" clrIdx="0"/>
  <p:cmAuthor id="1575" name="刘 帅" initials="刘" lastIdx="0" clrIdx="1574"/>
  <p:cmAuthor id="209" name="未知的使用者134" initials="未" lastIdx="1" clrIdx="0"/>
  <p:cmAuthor id="1576" name="吴军影" initials="吴" lastIdx="0" clrIdx="1575"/>
  <p:cmAuthor id="210" name="未知的使用者135" initials="未" lastIdx="2" clrIdx="0"/>
  <p:cmAuthor id="1577" name="冯学沛" initials="冯" lastIdx="0" clrIdx="1576"/>
  <p:cmAuthor id="211" name="未知的使用者136" initials="未" lastIdx="1" clrIdx="0"/>
  <p:cmAuthor id="1578" name="Simon Camp" initials="S" lastIdx="0" clrIdx="1577"/>
  <p:cmAuthor id="212" name="未知的使用者137" initials="未" lastIdx="5" clrIdx="0"/>
  <p:cmAuthor id="1579" name="王书珍" initials="王" lastIdx="0" clrIdx="1578"/>
  <p:cmAuthor id="213" name="未知的使用者138" initials="未" lastIdx="10" clrIdx="0"/>
  <p:cmAuthor id="1580" name="bing" initials="b" lastIdx="0" clrIdx="1579"/>
  <p:cmAuthor id="214" name="未知的使用者139" initials="未" lastIdx="1" clrIdx="0"/>
  <p:cmAuthor id="1581" name="273839920@qq.com" initials="2" lastIdx="0" clrIdx="1580"/>
  <p:cmAuthor id="215" name="未知的使用者140" initials="未" lastIdx="1" clrIdx="1"/>
  <p:cmAuthor id="1582" name="舒迪" initials="舒" lastIdx="0" clrIdx="1581"/>
  <p:cmAuthor id="216" name="未知的使用者197" initials="未" lastIdx="8" clrIdx="0"/>
  <p:cmAuthor id="1583" name="Cpic" initials="C" lastIdx="0" clrIdx="1582"/>
  <p:cmAuthor id="217" name="未知的使用者162" initials="未" lastIdx="8" clrIdx="0"/>
  <p:cmAuthor id="1584" name="Wangzhi gang" initials="W" lastIdx="0" clrIdx="1583"/>
  <p:cmAuthor id="218" name="未知的使用者163" initials="未" lastIdx="1" clrIdx="0"/>
  <p:cmAuthor id="1585" name="li hw" initials="l" lastIdx="0" clrIdx="1584"/>
  <p:cmAuthor id="219" name="未知的使用者170" initials="未" lastIdx="0" clrIdx="1"/>
  <p:cmAuthor id="1586" name="FR" initials="F" lastIdx="0" clrIdx="1585"/>
  <p:cmAuthor id="220" name="未知的使用者165" initials="未" lastIdx="1" clrIdx="0"/>
  <p:cmAuthor id="1587" name="张星-lgd" initials="张" lastIdx="0" clrIdx="1586"/>
  <p:cmAuthor id="221" name="未知的使用者158" initials="未" lastIdx="1" clrIdx="0"/>
  <p:cmAuthor id="1588" name="张 博" initials="张" lastIdx="0" clrIdx="1587"/>
  <p:cmAuthor id="222" name="未知的使用者148" initials="未" lastIdx="5" clrIdx="0"/>
  <p:cmAuthor id="1589" name="yingchao xi" initials="y" lastIdx="0" clrIdx="1588"/>
  <p:cmAuthor id="223" name="未知的使用者149" initials="未" lastIdx="10" clrIdx="0"/>
  <p:cmAuthor id="1590" name="admin刘" initials="a" lastIdx="0" clrIdx="1589"/>
  <p:cmAuthor id="224" name="未知的使用者150" initials="未" lastIdx="1" clrIdx="0"/>
  <p:cmAuthor id="1591" name="10285279" initials="1" lastIdx="0" clrIdx="1590"/>
  <p:cmAuthor id="225" name="未知的使用者166" initials="未" lastIdx="8" clrIdx="0"/>
  <p:cmAuthor id="1592" name="GH" initials="G" lastIdx="0" clrIdx="1591"/>
  <p:cmAuthor id="226" name="未知的使用者167" initials="未" lastIdx="0" clrIdx="1"/>
  <p:cmAuthor id="1593" name="Book-Sword" initials="B" lastIdx="0" clrIdx="1592"/>
  <p:cmAuthor id="227" name="未知的使用者159" initials="未" lastIdx="1" clrIdx="1"/>
  <p:cmAuthor id="1594" name="SDWM" initials="S" lastIdx="0" clrIdx="1593"/>
  <p:cmAuthor id="228" name="未知的使用者160" initials="未" lastIdx="1" clrIdx="0"/>
  <p:cmAuthor id="1595" name="bingning" initials="b" lastIdx="0" clrIdx="1594"/>
  <p:cmAuthor id="229" name="未知的使用者168" initials="未" lastIdx="1" clrIdx="0"/>
  <p:cmAuthor id="1596" name="鄢智勇" initials="鄢" lastIdx="0" clrIdx="1595"/>
  <p:cmAuthor id="230" name="未知的使用者169" initials="未" lastIdx="1" clrIdx="0"/>
  <p:cmAuthor id="1597" name="david bin" initials="d" lastIdx="0" clrIdx="1596"/>
  <p:cmAuthor id="231" name="未知的使用者117" initials="未" lastIdx="1" clrIdx="0"/>
  <p:cmAuthor id="1598" name="张 明晖" initials="张" lastIdx="0" clrIdx="1597"/>
  <p:cmAuthor id="232" name="未知的使用者115" initials="未" lastIdx="1" clrIdx="1"/>
  <p:cmAuthor id="1599" name="ch_696" initials="c" lastIdx="0" clrIdx="1598"/>
  <p:cmAuthor id="233" name="未知的使用者119" initials="未" lastIdx="1" clrIdx="2"/>
  <p:cmAuthor id="1600" name="haiyan guo" initials="hg" lastIdx="0" clrIdx="1599"/>
  <p:cmAuthor id="1601" name="zhang zhe" initials="zz" lastIdx="0" clrIdx="1600"/>
  <p:cmAuthor id="235" name="未知用户6" initials="未" lastIdx="1" clrIdx="0"/>
  <p:cmAuthor id="1602" name="宋洁然" initials="宋" lastIdx="0" clrIdx="1601"/>
  <p:cmAuthor id="236" name="未知用户7" initials="未" lastIdx="1" clrIdx="0"/>
  <p:cmAuthor id="1603" name="86177" initials="8" lastIdx="0" clrIdx="1602"/>
  <p:cmAuthor id="237" name="未知的使用者198" initials="未" lastIdx="1" clrIdx="0"/>
  <p:cmAuthor id="1604" name="桂 卓" initials="桂" lastIdx="0" clrIdx="1603"/>
  <p:cmAuthor id="238" name="未知的使用者205" initials="未" lastIdx="0" clrIdx="1"/>
  <p:cmAuthor id="1605" name="旭东 唐" initials="旭唐" lastIdx="0" clrIdx="1604"/>
  <p:cmAuthor id="239" name="未知的使用者200" initials="未" lastIdx="1" clrIdx="0"/>
  <p:cmAuthor id="240" name="未知的使用者181" initials="未" lastIdx="1" clrIdx="0"/>
  <p:cmAuthor id="1607" name="梁亚栋" initials="authorId_233440905" lastIdx="0" clrIdx="1606"/>
  <p:cmAuthor id="241" name="未知的使用者194" initials="未" lastIdx="1" clrIdx="0"/>
  <p:cmAuthor id="1608" name="00196605" initials="0" lastIdx="0" clrIdx="1607"/>
  <p:cmAuthor id="242" name="未知的使用者182" initials="未" lastIdx="1" clrIdx="0"/>
  <p:cmAuthor id="1609" name="10107538" initials="1" lastIdx="0" clrIdx="1608"/>
  <p:cmAuthor id="243" name="未知的使用者183" initials="未" lastIdx="2" clrIdx="0"/>
  <p:cmAuthor id="1610" name="WPS" initials="W" lastIdx="0" clrIdx="1609"/>
  <p:cmAuthor id="244" name="未知的使用者184" initials="未" lastIdx="8" clrIdx="0"/>
  <p:cmAuthor id="1611" name="wudongnibaobei" initials="w" lastIdx="0" clrIdx="1610"/>
  <p:cmAuthor id="245" name="未知的使用者185" initials="未" lastIdx="5" clrIdx="0"/>
  <p:cmAuthor id="1612" name="未知用户123" initials="未" lastIdx="0" clrIdx="1611"/>
  <p:cmAuthor id="246" name="未知的使用者186" initials="未" lastIdx="10" clrIdx="0"/>
  <p:cmAuthor id="1613" name="未知用户124" initials="未" lastIdx="0" clrIdx="1612"/>
  <p:cmAuthor id="247" name="未知的使用者187" initials="未" lastIdx="1" clrIdx="0"/>
  <p:cmAuthor id="1614" name="zhaoby01" initials="z" lastIdx="0" clrIdx="1613"/>
  <p:cmAuthor id="248" name="未知的使用者201" initials="未" lastIdx="8" clrIdx="0"/>
  <p:cmAuthor id="1615" name="Arno.Du(杜明星)" initials="A" lastIdx="0" clrIdx="1614"/>
  <p:cmAuthor id="249" name="未知的使用者202" initials="未" lastIdx="0" clrIdx="1"/>
  <p:cmAuthor id="1616" name="WANGZF" initials="W" lastIdx="0" clrIdx="1615"/>
  <p:cmAuthor id="250" name="未知的使用者171" initials="未" lastIdx="3" clrIdx="1"/>
  <p:cmAuthor id="1617" name="Unknown User63" initials="U" lastIdx="0" clrIdx="1616"/>
  <p:cmAuthor id="251" name="未知的使用者195" initials="未" lastIdx="1" clrIdx="1"/>
  <p:cmAuthor id="1618" name="梅芬 吳" initials="梅" lastIdx="0" clrIdx="1617"/>
  <p:cmAuthor id="252" name="未知的使用者173" initials="未" lastIdx="6" clrIdx="0"/>
  <p:cmAuthor id="1619" name="USER" initials="U" lastIdx="0" clrIdx="1618"/>
  <p:cmAuthor id="253" name="未知的使用者196" initials="未" lastIdx="1" clrIdx="0"/>
  <p:cmAuthor id="1620" name="James" initials="J" lastIdx="0" clrIdx="1619"/>
  <p:cmAuthor id="254" name="未知的使用者175" initials="未" lastIdx="2" clrIdx="0"/>
  <p:cmAuthor id="1621" name="未知的使用者100" initials="未" lastIdx="0" clrIdx="1620"/>
  <p:cmAuthor id="255" name="未知的使用者203" initials="未" lastIdx="1" clrIdx="0"/>
  <p:cmAuthor id="1622" name="未知用户125" initials="未" lastIdx="0" clrIdx="1621"/>
  <p:cmAuthor id="1455233270" name="陈雪婷" initials="陈" lastIdx="1" clrIdx="322"/>
  <p:cmAuthor id="256" name="未知的使用者204" initials="未" lastIdx="1" clrIdx="0"/>
  <p:cmAuthor id="1623" name="ahhk2" initials="a" lastIdx="0" clrIdx="1622"/>
  <p:cmAuthor id="257" name="未知的使用者41" initials="未" lastIdx="5" clrIdx="1"/>
  <p:cmAuthor id="1624" name="未知的使用者156" initials="未" lastIdx="0" clrIdx="1623"/>
  <p:cmAuthor id="258" name="未知的使用者42" initials="未" lastIdx="1" clrIdx="1"/>
  <p:cmAuthor id="1625" name="Unknown User68" initials="U" lastIdx="0" clrIdx="1624"/>
  <p:cmAuthor id="1626" name="aaaaaa apple" initials="a" lastIdx="0" clrIdx="1625"/>
  <p:cmAuthor id="260" name="未知的使用者39" initials="未" lastIdx="10" clrIdx="0"/>
  <p:cmAuthor id="1627" name="binhui zhou" initials="bz" lastIdx="0" clrIdx="1626"/>
  <p:cmAuthor id="261" name="未知的使用者38" initials="未" lastIdx="1" clrIdx="0"/>
  <p:cmAuthor id="1628" name="未知用户257" initials="未" lastIdx="0" clrIdx="1627"/>
  <p:cmAuthor id="262" name="未知用户37" initials="未" lastIdx="8" clrIdx="0"/>
  <p:cmAuthor id="1629" name="未知用户196" initials="未" lastIdx="0" clrIdx="1628"/>
  <p:cmAuthor id="263" name="未知用户38" initials="未" lastIdx="8" clrIdx="0"/>
  <p:cmAuthor id="1630" name="未知用户360" initials="未" lastIdx="0" clrIdx="1629"/>
  <p:cmAuthor id="264" name="未知用户39" initials="未" lastIdx="1" clrIdx="0"/>
  <p:cmAuthor id="1631" name="李阳" initials="liyang37@ha.cmcc" lastIdx="0" clrIdx="1630"/>
  <p:cmAuthor id="265" name="Admin" initials="A" lastIdx="1" clrIdx="2"/>
  <p:cmAuthor id="1632" name="未知用户329" initials="未" lastIdx="0" clrIdx="1631"/>
  <p:cmAuthor id="266" name="未知的使用者64" initials="未" lastIdx="8" clrIdx="0"/>
  <p:cmAuthor id="1633" name="未知用户245" initials="未" lastIdx="0" clrIdx="1632"/>
  <p:cmAuthor id="267" name="未知的使用者65" initials="未" lastIdx="1" clrIdx="0"/>
  <p:cmAuthor id="1634" name="Kathy" initials="K" lastIdx="0" clrIdx="1633"/>
  <p:cmAuthor id="268" name="未知的使用者66" initials="未" lastIdx="1" clrIdx="0"/>
  <p:cmAuthor id="1635" name="未知用户387" initials="未" lastIdx="0" clrIdx="1634"/>
  <p:cmAuthor id="269" name="未知的使用者57" initials="未" lastIdx="1" clrIdx="0"/>
  <p:cmAuthor id="270" name="未知用户35" initials="未" lastIdx="1" clrIdx="0"/>
  <p:cmAuthor id="1637" name="cai yan" initials="cy" lastIdx="0" clrIdx="1636"/>
  <p:cmAuthor id="271" name="未知用户36" initials="未" lastIdx="1" clrIdx="0"/>
  <p:cmAuthor id="1638" name="liling.jh" initials="liling.jh" lastIdx="0" clrIdx="1637"/>
  <p:cmAuthor id="272" name="未知用户26" initials="未" lastIdx="1" clrIdx="0"/>
  <p:cmAuthor id="1639" name="余娅" initials="余娅" lastIdx="0" clrIdx="1638"/>
  <p:cmAuthor id="273" name="未知用户23" initials="未" lastIdx="1" clrIdx="0"/>
  <p:cmAuthor id="1640" name="陳珮琪" initials="陳珮琪" lastIdx="0" clrIdx="1639"/>
  <p:cmAuthor id="274" name="未知用户29" initials="未" lastIdx="1" clrIdx="0"/>
  <p:cmAuthor id="1641" name="艾启明" initials="A" lastIdx="0" clrIdx="1640"/>
  <p:cmAuthor id="275" name="未知用户30" initials="未" lastIdx="2" clrIdx="0"/>
  <p:cmAuthor id="1642" name="Tome" initials="T" lastIdx="0" clrIdx="1641"/>
  <p:cmAuthor id="276" name="未知用户31" initials="未" lastIdx="1" clrIdx="1"/>
  <p:cmAuthor id="1643" name="未知用户301" initials="未" lastIdx="0" clrIdx="1642"/>
  <p:cmAuthor id="277" name="未知用户32" initials="未" lastIdx="1" clrIdx="0"/>
  <p:cmAuthor id="1644" name="未知用户306" initials="未" lastIdx="0" clrIdx="1643"/>
  <p:cmAuthor id="278" name="未知用户33" initials="未" lastIdx="1" clrIdx="0"/>
  <p:cmAuthor id="1645" name="sxy" initials="s" lastIdx="0" clrIdx="1644"/>
  <p:cmAuthor id="279" name="未知用户34" initials="未" lastIdx="2" clrIdx="0"/>
  <p:cmAuthor id="1646" name="WPS_1601968133" initials="W" lastIdx="0" clrIdx="1645"/>
  <p:cmAuthor id="280" name="huang gerrard" initials="h" lastIdx="2" clrIdx="0"/>
  <p:cmAuthor id="1647" name="cjc" initials="c" lastIdx="0" clrIdx="1646"/>
  <p:cmAuthor id="281" name="未知用户98" initials="未" lastIdx="8" clrIdx="0"/>
  <p:cmAuthor id="1648" name="wuyh501" initials="w" lastIdx="0" clrIdx="1647"/>
  <p:cmAuthor id="282" name="未知用户100" initials="未" lastIdx="1" clrIdx="0"/>
  <p:cmAuthor id="1649" name="Que Sera Sera" initials="Q" lastIdx="0" clrIdx="1648"/>
  <p:cmAuthor id="283" name="未知用户101" initials="未" lastIdx="1" clrIdx="0"/>
  <p:cmAuthor id="1650" name="罗平_QfY3MnyU" initials="authorId_1512265542" lastIdx="0" clrIdx="1649"/>
  <p:cmAuthor id="284" name="未知用户72" initials="" lastIdx="1" clrIdx="0"/>
  <p:cmAuthor id="1651" name="未知用户300" initials="未" lastIdx="0" clrIdx="1650"/>
  <p:cmAuthor id="285" name="未知用户73" initials="" lastIdx="2" clrIdx="0"/>
  <p:cmAuthor id="1652" name="Gareth" initials="G" lastIdx="0" clrIdx="1651"/>
  <p:cmAuthor id="1653" name="WPS_1715507865" initials="W" lastIdx="0" clrIdx="1652"/>
  <p:cmAuthor id="1654" name="Steven" initials="S" lastIdx="0" clrIdx="1653"/>
  <p:cmAuthor id="1655" name="10283556" initials="1" lastIdx="0" clrIdx="1654"/>
  <p:cmAuthor id="289" name="未知用户42" initials="未" lastIdx="1" clrIdx="0"/>
  <p:cmAuthor id="1656" name="y'min" initials="y" lastIdx="0" clrIdx="1655"/>
  <p:cmAuthor id="291" name="未知用户96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9" name="黄万平" initials="A" lastIdx="1" clrIdx="298"/>
  <p:cmAuthor id="306" name="zhjt" initials="z" lastIdx="0" clrIdx="305"/>
  <p:cmAuthor id="309" name="Jacy Aldrich" initials="JA" lastIdx="0" clrIdx="308"/>
  <p:cmAuthor id="311" name="超" initials="超" lastIdx="0" clrIdx="310"/>
  <p:cmAuthor id="312" name="Chun Chung YEH" initials="C" lastIdx="2" clrIdx="0"/>
  <p:cmAuthor id="314" name="Vicky" initials="V" lastIdx="1" clrIdx="1"/>
  <p:cmAuthor id="315" name="刘云轩" initials="刘" lastIdx="1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321" name="未知用户111" initials="未" lastIdx="1" clrIdx="1"/>
  <p:cmAuthor id="322" name="alpha" initials="a" lastIdx="1" clrIdx="0"/>
  <p:cmAuthor id="323" name="10099398" initials="1" lastIdx="1" clrIdx="322"/>
  <p:cmAuthor id="324" name="XF" initials="X" lastIdx="1" clrIdx="323"/>
  <p:cmAuthor id="325" name="jyr" initials="jyr" lastIdx="1" clrIdx="324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353158055" name="韩雨" initials="韩" lastIdx="0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34279950" name="carrie魏" initials="c" lastIdx="1" clrIdx="374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1465062222" name="WPS_1672902273" initials="W" lastIdx="1" clrIdx="66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2000" name="成国强_6jqyBN7N" initials="authorId_8148959" lastIdx="0" clrIdx="0"/>
  <p:cmAuthor id="2001" name="骆倩怡_Znauj26B" initials="authorId_382814100" lastIdx="0" clrIdx="0"/>
  <p:cmAuthor id="2002" name="王竑达" initials="王竑达" lastIdx="1" clrIdx="34"/>
  <p:cmAuthor id="636" name="Unknown User58" initials="U" lastIdx="1" clrIdx="0"/>
  <p:cmAuthor id="2003" name="梁鹏" initials="u" lastIdx="1" clrIdx="35"/>
  <p:cmAuthor id="637" name="Unknown User55" initials="U" lastIdx="1" clrIdx="1"/>
  <p:cmAuthor id="2004" name="范 斌" initials="范" lastIdx="1" clrIdx="36"/>
  <p:cmAuthor id="2005" name="毕邺" initials="党委办公室" lastIdx="2" clrIdx="37"/>
  <p:cmAuthor id="639" name="Huipeng Cao" initials="H" lastIdx="1" clrIdx="0"/>
  <p:cmAuthor id="2006" name="jiaru tiger" initials="jt" lastIdx="2" clrIdx="38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1483810881" name="WPS_1679281038" initials="W" lastIdx="1" clrIdx="2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210492765" name="施普希（菜菜）" initials="施" lastIdx="0" clrIdx="0"/>
  <p:cmAuthor id="739" name="未知用户466" initials="未" lastIdx="1" clrIdx="0"/>
  <p:cmAuthor id="210492766" name="yu 1" initials="y1" lastIdx="1" clrIdx="19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424366769" name="賀" initials="賀" lastIdx="1" clrIdx="12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332576854" name="星星如约" initials="星" lastIdx="3" clrIdx="299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691587970" name="小延魔法师" initials="小" lastIdx="1126286" clrIdx="0"/>
  <p:cmAuthor id="799" name="未知用户444" initials="未" lastIdx="6" clrIdx="0"/>
  <p:cmAuthor id="691587971" name="李苗苗00086641" initials="李苗苗00086641" lastIdx="5" clrIdx="50"/>
  <p:cmAuthor id="800" name="未知用户413" initials="未" lastIdx="1" clrIdx="1"/>
  <p:cmAuthor id="691587972" name="li hui" initials="lh" lastIdx="1" clrIdx="50"/>
  <p:cmAuthor id="801" name="未知用户445" initials="未" lastIdx="1" clrIdx="0"/>
  <p:cmAuthor id="691587973" name="Gaofugui(Jiangsu,NPS)" initials="G" lastIdx="1" clrIdx="51"/>
  <p:cmAuthor id="802" name="未知用户446" initials="未" lastIdx="1" clrIdx="0"/>
  <p:cmAuthor id="691587974" name="yveschao@foxmail.com" initials="y" lastIdx="7" clrIdx="547"/>
  <p:cmAuthor id="803" name="未知用户447" initials="未" lastIdx="1" clrIdx="0"/>
  <p:cmAuthor id="691587975" name="杨淑婷" initials="杨淑婷" lastIdx="3" clrIdx="548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837" name="未知用户152" initials="" lastIdx="0" clrIdx="836"/>
  <p:cmAuthor id="838" name="未知用户153" initials="" lastIdx="0" clrIdx="837"/>
  <p:cmAuthor id="839" name="未知用户154" initials="" lastIdx="0" clrIdx="838"/>
  <p:cmAuthor id="840" name="未知用户155" initials="" lastIdx="0" clrIdx="839"/>
  <p:cmAuthor id="841" name="未知用户41" initials="" lastIdx="0" clrIdx="840"/>
  <p:cmAuthor id="842" name="未知用户44" initials="" lastIdx="0" clrIdx="841"/>
  <p:cmAuthor id="843" name="未知用户45" initials="" lastIdx="0" clrIdx="842"/>
  <p:cmAuthor id="844" name="未知用户156" initials="" lastIdx="0" clrIdx="843"/>
  <p:cmAuthor id="845" name="未知用户64" initials="" lastIdx="0" clrIdx="844"/>
  <p:cmAuthor id="846" name="未知用户65" initials="" lastIdx="0" clrIdx="845"/>
  <p:cmAuthor id="847" name="未知用户68" initials="" lastIdx="0" clrIdx="846"/>
  <p:cmAuthor id="315336307" name="." initials="." lastIdx="1" clrIdx="779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287643681" name="殷格非" initials="殷" lastIdx="2" clrIdx="0"/>
  <p:cmAuthor id="908" name="10033224" initials="1" lastIdx="0" clrIdx="907"/>
  <p:cmAuthor id="287643682" name="z r" initials="zr" lastIdx="5" clrIdx="12"/>
  <p:cmAuthor id="909" name="未知用户99" initials="" lastIdx="0" clrIdx="908"/>
  <p:cmAuthor id="287643683" name="8310" initials="8" lastIdx="1" clrIdx="35"/>
  <p:cmAuthor id="910" name="10045953" initials="1" lastIdx="0" clrIdx="909"/>
  <p:cmAuthor id="287643684" name="Aqf" initials="A" lastIdx="1" clrIdx="36"/>
  <p:cmAuthor id="911" name="maxine" initials="" lastIdx="0" clrIdx="910"/>
  <p:cmAuthor id="287643685" name="13709759491@139.com" initials="1" lastIdx="1" clrIdx="49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47245819" name="群智集" initials="群" lastIdx="0" clrIdx="0"/>
  <p:cmAuthor id="47245820" name="Windows 用户" initials="W用" lastIdx="1" clrIdx="16"/>
  <p:cmAuthor id="933" name="陈冰靓" initials="陈" lastIdx="0" clrIdx="932"/>
  <p:cmAuthor id="47245821" name="宋玉坤" initials="W用" lastIdx="1" clrIdx="24"/>
  <p:cmAuthor id="47245822" name="黄 晓贤" initials="黄" lastIdx="2" clrIdx="32"/>
  <p:cmAuthor id="935" name="chen xiaoling" initials="c" lastIdx="0" clrIdx="934"/>
  <p:cmAuthor id="47245823" name="刘海娜|liuhaina" initials="W用" lastIdx="1" clrIdx="36"/>
  <p:cmAuthor id="936" name="叶 俊锋" initials="叶" lastIdx="0" clrIdx="935"/>
  <p:cmAuthor id="47245824" name="Ball Snow" initials="BS" lastIdx="2" clrIdx="51"/>
  <p:cmAuthor id="937" name="YANGCHENG" initials="Y" lastIdx="0" clrIdx="936"/>
  <p:cmAuthor id="47245825" name="A" initials="A" lastIdx="2" clrIdx="45"/>
  <p:cmAuthor id="47245826" name="B" initials="B" lastIdx="2" clrIdx="46"/>
  <p:cmAuthor id="939" name="renl@cndatacom.com" initials="" lastIdx="0" clrIdx="938"/>
  <p:cmAuthor id="940" name="why" initials="w" lastIdx="0" clrIdx="939"/>
  <p:cmAuthor id="941" name="wuyizhe" initials="w" lastIdx="0" clrIdx="940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241093323" name="小朱" initials="小" lastIdx="1" clrIdx="0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1081" name="Vivian Liu" initials="VL" lastIdx="0" clrIdx="1080"/>
  <p:cmAuthor id="1082" name="杨 贺春" initials="杨" lastIdx="0" clrIdx="1081"/>
  <p:cmAuthor id="1083" name="伟哥" initials="伟哥" lastIdx="0" clrIdx="1082"/>
  <p:cmAuthor id="1411827" name="黄晓平" initials="黄" lastIdx="0" clrIdx="0"/>
  <p:cmAuthor id="1084" name="wlj352" initials="w" lastIdx="0" clrIdx="1083"/>
  <p:cmAuthor id="1411828" name="徐琳00159163" initials="徐琳00159163" lastIdx="1" clrIdx="37"/>
  <p:cmAuthor id="1085" name="朗 月" initials="朗" lastIdx="0" clrIdx="1084"/>
  <p:cmAuthor id="1411829" name="翟 博纯" initials="翟" lastIdx="1" clrIdx="40"/>
  <p:cmAuthor id="1086" name="未知用户488" initials="未" lastIdx="0" clrIdx="1085"/>
  <p:cmAuthor id="1411830" name="晶 王" initials="晶王" lastIdx="1" clrIdx="46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394525608" name="仇怿俊" initials="仇" lastIdx="0" clrIdx="0"/>
  <p:cmAuthor id="1206" name="贲春刚" initials="贲" lastIdx="0" clrIdx="1205"/>
  <p:cmAuthor id="394525609" name="wangxiaoxuan@ha.cmcc" initials="w" lastIdx="1" clrIdx="34"/>
  <p:cmAuthor id="1207" name="杜 洋" initials="杜" lastIdx="0" clrIdx="1206"/>
  <p:cmAuthor id="394525610" name="Li Pengling" initials="LP" lastIdx="1" clrIdx="30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1249" name="北野战萧" initials="北" lastIdx="0" clrIdx="1248"/>
  <p:cmAuthor id="1250" name="徐旸" initials="徐" lastIdx="0" clrIdx="1249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  <p:cmAuthor id="1319" name="10226012" initials="1" lastIdx="0" clrIdx="1318"/>
  <p:cmAuthor id="1320" name="10045395" initials="1" lastIdx="0" clrIdx="1319"/>
  <p:cmAuthor id="1321" name="10243946" initials="1" lastIdx="0" clrIdx="1320"/>
  <p:cmAuthor id="1322" name="10240144" initials="1" lastIdx="0" clrIdx="1321"/>
  <p:cmAuthor id="1323" name="wangsuyu" initials="w" lastIdx="0" clrIdx="1322"/>
  <p:cmAuthor id="1324" name="86150" initials="8" lastIdx="0" clrIdx="1323"/>
  <p:cmAuthor id="1325" name="qdrenyx" initials="q" lastIdx="0" clrIdx="1324"/>
  <p:cmAuthor id="1326" name="峰哥" initials="峰" lastIdx="0" clrIdx="1325"/>
  <p:cmAuthor id="1327" name="sunyi" initials="s" lastIdx="0" clrIdx="1326"/>
  <p:cmAuthor id="1328" name="wangweenie" initials="w" lastIdx="0" clrIdx="1327"/>
  <p:cmAuthor id="1329" name="liu jane" initials="l" lastIdx="0" clrIdx="1328"/>
  <p:cmAuthor id="1330" name="张蓝茜" initials="张" lastIdx="0" clrIdx="1329"/>
  <p:cmAuthor id="1331" name="上官 雅瞳" initials="上" lastIdx="0" clrIdx="1330"/>
  <p:cmAuthor id="1332" name="lijh145" initials="l" lastIdx="0" clrIdx="1331"/>
  <p:cmAuthor id="1333" name="朱光耀" initials="朱" lastIdx="0" clrIdx="1332"/>
  <p:cmAuthor id="1334" name="鲁守吉" initials="鲁" lastIdx="0" clrIdx="1333"/>
  <p:cmAuthor id="1335" name="金海燕" initials="金" lastIdx="0" clrIdx="1334"/>
  <p:cmAuthor id="1336" name="SDTAGX008" initials="S" lastIdx="0" clrIdx="1335"/>
  <p:cmAuthor id="1337" name="Achex" initials="A" lastIdx="0" clrIdx="1336"/>
  <p:cmAuthor id="1338" name="Wang Sisi" initials="W" lastIdx="0" clrIdx="1337"/>
  <p:cmAuthor id="1339" name="Zhang, Teresa-Y" initials="Z" lastIdx="0" clrIdx="1338"/>
  <p:cmAuthor id="1340" name="沈奂" initials="沈奂" lastIdx="0" clrIdx="1339"/>
  <p:cmAuthor id="1341" name="lih32" initials="l" lastIdx="0" clrIdx="1340"/>
  <p:cmAuthor id="1342" name="Modle" initials="M" lastIdx="0" clrIdx="1341"/>
  <p:cmAuthor id="1343" name="77192" initials="7" lastIdx="0" clrIdx="1342"/>
  <p:cmAuthor id="1344" name="qhb" initials="q" lastIdx="0" clrIdx="1343"/>
  <p:cmAuthor id="1345" name="大勇哥" initials="大" lastIdx="0" clrIdx="1344"/>
  <p:cmAuthor id="1346" name="窦隆玲" initials="窦" lastIdx="0" clrIdx="1345"/>
  <p:cmAuthor id="1347" name="one" initials="o" lastIdx="0" clrIdx="1346"/>
  <p:cmAuthor id="1348" name="万 江波" initials="万" lastIdx="0" clrIdx="1347"/>
  <p:cmAuthor id="1349" name="l" initials="l" lastIdx="0" clrIdx="1348"/>
  <p:cmAuthor id="1350" name="史 喜英" initials="史" lastIdx="0" clrIdx="1349"/>
  <p:cmAuthor id="1351" name="MY" initials="M" lastIdx="0" clrIdx="1350"/>
  <p:cmAuthor id="1352" name="寳" initials="寳" lastIdx="0" clrIdx="1351"/>
  <p:cmAuthor id="1353" name="郑雅欣---寿险总公司营销市场部" initials="郑" lastIdx="0" clrIdx="1352"/>
  <p:cmAuthor id="1354" name="JS-NT-HA" initials="J" lastIdx="0" clrIdx="1353"/>
  <p:cmAuthor id="1355" name="miao zhang" initials="m" lastIdx="0" clrIdx="1354"/>
  <p:cmAuthor id="1356" name="郭文侠" initials="郭" lastIdx="0" clrIdx="1355"/>
  <p:cmAuthor id="1357" name="阳 焦" initials="阳" lastIdx="0" clrIdx="1356"/>
  <p:cmAuthor id="1358" name="续晓婧" initials="续" lastIdx="0" clrIdx="1357"/>
  <p:cmAuthor id="1359" name="崔阳阳" initials="崔" lastIdx="0" clrIdx="1358"/>
  <p:cmAuthor id="1360" name="Lee Melo" initials="L" lastIdx="0" clrIdx="1359"/>
  <p:cmAuthor id="1361" name="运营" initials="运" lastIdx="0" clrIdx="1360"/>
  <p:cmAuthor id="1362" name="13954" initials="1" lastIdx="0" clrIdx="1361"/>
  <p:cmAuthor id="1363" name="徐晓丽" initials="徐" lastIdx="0" clrIdx="1362"/>
  <p:cmAuthor id="1364" name="戴方方" initials="戴" lastIdx="0" clrIdx="1363"/>
  <p:cmAuthor id="1365" name="陈 明东" initials="陈" lastIdx="0" clrIdx="1364"/>
  <p:cmAuthor id="1366" name="office user" initials="o" lastIdx="0" clrIdx="136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8E4"/>
    <a:srgbClr val="122BFD"/>
    <a:srgbClr val="FEFEFE"/>
    <a:srgbClr val="E25007"/>
    <a:srgbClr val="FEF6E9"/>
    <a:srgbClr val="A0AFF9"/>
    <a:srgbClr val="EAEEFE"/>
    <a:srgbClr val="AEB5FE"/>
    <a:srgbClr val="E8804C"/>
    <a:srgbClr val="FEF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18" autoAdjust="0"/>
    <p:restoredTop sz="94668" autoAdjust="0"/>
  </p:normalViewPr>
  <p:slideViewPr>
    <p:cSldViewPr snapToGrid="0" showGuides="1">
      <p:cViewPr>
        <p:scale>
          <a:sx n="125" d="100"/>
          <a:sy n="125" d="100"/>
        </p:scale>
        <p:origin x="1284" y="666"/>
      </p:cViewPr>
      <p:guideLst>
        <p:guide orient="horz" pos="93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  <a:t>‹#›</a:t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‹#›</a:t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53001"/>
            <a:ext cx="9099550" cy="648970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我团队</a:t>
            </a:r>
            <a:r>
              <a:rPr lang="zh-CN" altLang="en-US" sz="2400" b="1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首个</a:t>
            </a:r>
            <a:r>
              <a:rPr lang="en-US" altLang="zh-CN" sz="2400" b="1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隆重登场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迎来一个</a:t>
            </a:r>
            <a:r>
              <a:rPr lang="zh-CN" altLang="en-US" sz="2400" b="1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懂业务、会取数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的“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同事”</a:t>
            </a: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0062" y="4560054"/>
            <a:ext cx="6180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IT及业务支持中心（综合服务支撑中心、法律合规中心）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数据生产运营团队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一、建设背景：</a:t>
            </a:r>
            <a:r>
              <a:rPr lang="zh-CN" altLang="en-US" dirty="0">
                <a:solidFill>
                  <a:schemeClr val="tx1"/>
                </a:solidFill>
              </a:rPr>
              <a:t>基于数据字典，探索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取数应用场景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631825" y="942264"/>
            <a:ext cx="1092835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前期已完成标准化数据字典建设，形成统一指标、维度和需求提交规范，为A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取数应用探索提供基础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46" y="1559377"/>
            <a:ext cx="11623183" cy="500451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54105EE-2307-A136-D81F-B5617A0A5A7A}"/>
              </a:ext>
            </a:extLst>
          </p:cNvPr>
          <p:cNvGrpSpPr/>
          <p:nvPr/>
        </p:nvGrpSpPr>
        <p:grpSpPr>
          <a:xfrm>
            <a:off x="773041" y="4267745"/>
            <a:ext cx="2124464" cy="1030878"/>
            <a:chOff x="773041" y="4267745"/>
            <a:chExt cx="2124464" cy="10308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2562914-1338-7F48-045B-27654F7B55BC}"/>
                </a:ext>
              </a:extLst>
            </p:cNvPr>
            <p:cNvSpPr/>
            <p:nvPr/>
          </p:nvSpPr>
          <p:spPr>
            <a:xfrm>
              <a:off x="773041" y="4267745"/>
              <a:ext cx="2057400" cy="1030878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9A0A450-AF0E-CEF7-9BF4-AFDC12870FC9}"/>
                </a:ext>
              </a:extLst>
            </p:cNvPr>
            <p:cNvSpPr txBox="1"/>
            <p:nvPr/>
          </p:nvSpPr>
          <p:spPr>
            <a:xfrm>
              <a:off x="840105" y="4273189"/>
              <a:ext cx="2057400" cy="789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佘总提出: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 数据字典要为后续大规模</a:t>
              </a:r>
              <a:endParaRPr lang="en-US" altLang="zh-CN" sz="1200" dirty="0">
                <a:solidFill>
                  <a:srgbClr val="0218E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应用AI做好准备“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54E5F35-F3BC-BB8C-9575-5B6C6EA880AB}"/>
              </a:ext>
            </a:extLst>
          </p:cNvPr>
          <p:cNvGrpSpPr/>
          <p:nvPr/>
        </p:nvGrpSpPr>
        <p:grpSpPr>
          <a:xfrm>
            <a:off x="9294495" y="4210029"/>
            <a:ext cx="1876425" cy="1146310"/>
            <a:chOff x="9294495" y="4210029"/>
            <a:chExt cx="1876425" cy="114631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865848-9710-03BF-0AB3-35DE8FDE3628}"/>
                </a:ext>
              </a:extLst>
            </p:cNvPr>
            <p:cNvSpPr/>
            <p:nvPr/>
          </p:nvSpPr>
          <p:spPr>
            <a:xfrm>
              <a:off x="9294495" y="4210029"/>
              <a:ext cx="1876425" cy="1146310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9C341E-92B5-B7CC-F598-BD963FD8FFD3}"/>
                </a:ext>
              </a:extLst>
            </p:cNvPr>
            <p:cNvSpPr txBox="1"/>
            <p:nvPr/>
          </p:nvSpPr>
          <p:spPr>
            <a:xfrm>
              <a:off x="9321052" y="4210029"/>
              <a:ext cx="1738459" cy="10291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需求多</a:t>
              </a:r>
              <a:endParaRPr lang="en-US" altLang="zh-CN" sz="1200" dirty="0">
                <a:solidFill>
                  <a:srgbClr val="0218E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人手不足</a:t>
              </a:r>
              <a:endParaRPr lang="en-US" altLang="zh-CN" sz="1200" dirty="0">
                <a:solidFill>
                  <a:srgbClr val="0218E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门槛高依赖</a:t>
              </a:r>
              <a:endParaRPr lang="en-US" altLang="zh-CN" sz="1200" dirty="0">
                <a:solidFill>
                  <a:srgbClr val="0218E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218E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个人经验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</a:t>
            </a:r>
            <a:r>
              <a:rPr lang="zh-CN" altLang="en-US" dirty="0">
                <a:solidFill>
                  <a:schemeClr val="tx1"/>
                </a:solidFill>
              </a:rPr>
              <a:t>从人工取数到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把多年取数经验教给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成为懂业务、懂数据、会取数的“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同事”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箭头: 右 14"/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/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/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7302" y="1773386"/>
            <a:ext cx="4428352" cy="54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96758" y="1642786"/>
            <a:ext cx="4428352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基于我们的数据字典及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无穷大的代码知识，将我们团队的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业务知识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取数经验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投喂为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按照我们的思路完成代码生成。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3091660" y="2579681"/>
            <a:ext cx="1479590" cy="2028741"/>
            <a:chOff x="3341211" y="2586356"/>
            <a:chExt cx="1479590" cy="2028741"/>
          </a:xfrm>
        </p:grpSpPr>
        <p:sp>
          <p:nvSpPr>
            <p:cNvPr id="34" name="文本框 33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人写代码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/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/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9189706" y="2539456"/>
            <a:ext cx="1500818" cy="2075641"/>
            <a:chOff x="3319983" y="2584417"/>
            <a:chExt cx="1500818" cy="2030680"/>
          </a:xfrm>
        </p:grpSpPr>
        <p:sp>
          <p:nvSpPr>
            <p:cNvPr id="63" name="文本框 62"/>
            <p:cNvSpPr txBox="1"/>
            <p:nvPr/>
          </p:nvSpPr>
          <p:spPr>
            <a:xfrm>
              <a:off x="3319983" y="2584417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写代码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527834" y="2601702"/>
            <a:ext cx="346395" cy="1985503"/>
            <a:chOff x="2788878" y="2598681"/>
            <a:chExt cx="346395" cy="1985503"/>
          </a:xfrm>
        </p:grpSpPr>
        <p:sp>
          <p:nvSpPr>
            <p:cNvPr id="44" name="椭圆 43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854673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19936" y="4850027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20204" pitchFamily="34" charset="0"/>
              </a:rPr>
              <a:t>经验能力化：个人经验沉淀为AI能力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20204" pitchFamily="34" charset="0"/>
              </a:rPr>
              <a:t>过程智能化：AI辅助理解、判断和生成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20204" pitchFamily="34" charset="0"/>
              </a:rPr>
              <a:t>能力可复用：成熟经验持续积累和复用 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7162110" y="5016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82368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99784" y="4885278"/>
            <a:ext cx="2567971" cy="76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需同时掌握业务、数据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人员依赖强：效率和质量受经验影响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  <p:sp>
        <p:nvSpPr>
          <p:cNvPr id="7" name="思想气泡: 云 6"/>
          <p:cNvSpPr/>
          <p:nvPr/>
        </p:nvSpPr>
        <p:spPr>
          <a:xfrm>
            <a:off x="4638268" y="396276"/>
            <a:ext cx="2358490" cy="1417390"/>
          </a:xfrm>
          <a:prstGeom prst="cloud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929901" y="639313"/>
            <a:ext cx="1832853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数据支撑组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人，每天高强度承接各类数据支撑需求，工作压力大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三、阶段成果（</a:t>
            </a:r>
            <a:r>
              <a:rPr lang="en-US" altLang="zh-CN" dirty="0"/>
              <a:t>1/3</a:t>
            </a:r>
            <a:r>
              <a:rPr lang="zh-CN" altLang="en-US" dirty="0"/>
              <a:t>）：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6月底，AI取数能力已具备雏形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Roundrect 6"/>
          <p:cNvSpPr/>
          <p:nvPr/>
        </p:nvSpPr>
        <p:spPr>
          <a:xfrm>
            <a:off x="251196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273060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3217409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6023287" y="2026062"/>
            <a:ext cx="5825882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258484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30497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449080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58556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7233092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9113394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10556416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863388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720394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8129515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9062378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9995241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10928104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1439139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Ellipse 25"/>
          <p:cNvSpPr/>
          <p:nvPr/>
        </p:nvSpPr>
        <p:spPr>
          <a:xfrm>
            <a:off x="469836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3370457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6256501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asset-sheet separated top bookmark ribbon"/>
          <p:cNvPicPr/>
          <p:nvPr/>
        </p:nvPicPr>
        <p:blipFill>
          <a:blip r:embed="rId3"/>
          <a:stretch>
            <a:fillRect/>
          </a:stretch>
        </p:blipFill>
        <p:spPr>
          <a:xfrm>
            <a:off x="353228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4"/>
          <a:stretch>
            <a:fillRect/>
          </a:stretch>
        </p:blipFill>
        <p:spPr>
          <a:xfrm>
            <a:off x="666612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5"/>
          <a:stretch>
            <a:fillRect/>
          </a:stretch>
        </p:blipFill>
        <p:spPr>
          <a:xfrm>
            <a:off x="1417275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3661976" y="2976928"/>
            <a:ext cx="553887" cy="72879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2670810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8"/>
          <a:stretch>
            <a:fillRect/>
          </a:stretch>
        </p:blipFill>
        <p:spPr>
          <a:xfrm>
            <a:off x="5513126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9"/>
          <a:stretch>
            <a:fillRect/>
          </a:stretch>
        </p:blipFill>
        <p:spPr>
          <a:xfrm>
            <a:off x="5972270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364276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8304427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9244578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10184729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11103016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528140" y="5276506"/>
            <a:ext cx="408128" cy="335248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3465201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4886359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6292941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7969179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9608978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10986408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21"/>
          <a:stretch>
            <a:fillRect/>
          </a:stretch>
        </p:blipFill>
        <p:spPr>
          <a:xfrm>
            <a:off x="11032913" y="2047250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78801" y="2453064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zh-CN" sz="1480" dirty="0"/>
          </a:p>
        </p:txBody>
      </p:sp>
      <p:sp>
        <p:nvSpPr>
          <p:cNvPr id="51" name="TextBox 51"/>
          <p:cNvSpPr txBox="1"/>
          <p:nvPr/>
        </p:nvSpPr>
        <p:spPr>
          <a:xfrm>
            <a:off x="3483420" y="2463342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zh-CN" sz="1480" dirty="0"/>
          </a:p>
        </p:txBody>
      </p:sp>
      <p:sp>
        <p:nvSpPr>
          <p:cNvPr id="52" name="TextBox 52"/>
          <p:cNvSpPr txBox="1"/>
          <p:nvPr/>
        </p:nvSpPr>
        <p:spPr>
          <a:xfrm>
            <a:off x="6387685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9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zh-CN" sz="1690" dirty="0"/>
          </a:p>
        </p:txBody>
      </p:sp>
      <p:sp>
        <p:nvSpPr>
          <p:cNvPr id="55" name="TextBox 55"/>
          <p:cNvSpPr txBox="1"/>
          <p:nvPr/>
        </p:nvSpPr>
        <p:spPr>
          <a:xfrm>
            <a:off x="1118467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已将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我们的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取数流程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和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相关知识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转化为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AI能力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，AI</a:t>
            </a:r>
            <a:r>
              <a:rPr lang="zh-CN" altLang="en-US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已能够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完成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需求理解、口径澄清、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找表找字段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、SQL生成。</a:t>
            </a:r>
            <a:endParaRPr lang="zh-CN" sz="15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7116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固化</a:t>
            </a:r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我们</a:t>
            </a:r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的取数流程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95409" y="3917795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梳理并标准化从需求理解到</a:t>
            </a:r>
          </a:p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结果核验的人工取数流程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78584" y="247062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沉淀各环节知识资产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94353" y="3877212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将表索引、指标、路由规则、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补表规则、SQL规则等沉淀为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可复用资产</a:t>
            </a:r>
            <a:endParaRPr lang="zh-CN" sz="1080" dirty="0"/>
          </a:p>
        </p:txBody>
      </p:sp>
      <p:sp>
        <p:nvSpPr>
          <p:cNvPr id="60" name="TextBox 60"/>
          <p:cNvSpPr txBox="1"/>
          <p:nvPr/>
        </p:nvSpPr>
        <p:spPr>
          <a:xfrm>
            <a:off x="6810389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60" b="1" dirty="0">
                <a:solidFill>
                  <a:srgbClr val="C915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形成AI辅助取数能力</a:t>
            </a:r>
            <a:endParaRPr lang="zh-CN" sz="22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795813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AI能够</a:t>
            </a:r>
            <a:r>
              <a:rPr lang="zh-CN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按照</a:t>
            </a:r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数据支撑人员的取数思路，完成关键取数环节</a:t>
            </a:r>
            <a:endParaRPr lang="zh-CN" sz="1150" dirty="0"/>
          </a:p>
        </p:txBody>
      </p:sp>
      <p:sp>
        <p:nvSpPr>
          <p:cNvPr id="62" name="TextBox 62"/>
          <p:cNvSpPr txBox="1"/>
          <p:nvPr/>
        </p:nvSpPr>
        <p:spPr>
          <a:xfrm>
            <a:off x="7338768" y="3975158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理解需求</a:t>
            </a:r>
            <a:endParaRPr lang="zh-CN" sz="1150" dirty="0"/>
          </a:p>
        </p:txBody>
      </p:sp>
      <p:sp>
        <p:nvSpPr>
          <p:cNvPr id="63" name="TextBox 63"/>
          <p:cNvSpPr txBox="1"/>
          <p:nvPr/>
        </p:nvSpPr>
        <p:spPr>
          <a:xfrm>
            <a:off x="8224259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主动澄清</a:t>
            </a:r>
            <a:endParaRPr lang="zh-CN" sz="1140" dirty="0"/>
          </a:p>
        </p:txBody>
      </p:sp>
      <p:sp>
        <p:nvSpPr>
          <p:cNvPr id="64" name="TextBox 64"/>
          <p:cNvSpPr txBox="1"/>
          <p:nvPr/>
        </p:nvSpPr>
        <p:spPr>
          <a:xfrm>
            <a:off x="9189918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匹配数据</a:t>
            </a:r>
            <a:endParaRPr lang="zh-CN" sz="1140" dirty="0"/>
          </a:p>
        </p:txBody>
      </p:sp>
      <p:sp>
        <p:nvSpPr>
          <p:cNvPr id="65" name="TextBox 65"/>
          <p:cNvSpPr txBox="1"/>
          <p:nvPr/>
        </p:nvSpPr>
        <p:spPr>
          <a:xfrm>
            <a:off x="10126424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</a:t>
            </a:r>
            <a:endParaRPr lang="zh-CN" sz="1250" dirty="0"/>
          </a:p>
        </p:txBody>
      </p:sp>
      <p:sp>
        <p:nvSpPr>
          <p:cNvPr id="66" name="TextBox 66"/>
          <p:cNvSpPr txBox="1"/>
          <p:nvPr/>
        </p:nvSpPr>
        <p:spPr>
          <a:xfrm>
            <a:off x="11075777" y="3975158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6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自检校验</a:t>
            </a:r>
            <a:endParaRPr lang="zh-CN" sz="1160" dirty="0"/>
          </a:p>
        </p:txBody>
      </p:sp>
      <p:sp>
        <p:nvSpPr>
          <p:cNvPr id="67" name="TextBox 67"/>
          <p:cNvSpPr txBox="1"/>
          <p:nvPr/>
        </p:nvSpPr>
        <p:spPr>
          <a:xfrm>
            <a:off x="433396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74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数字资产</a:t>
            </a:r>
            <a:endParaRPr 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F378C27-4818-B3F2-CC07-F32F9A9E961C}"/>
              </a:ext>
            </a:extLst>
          </p:cNvPr>
          <p:cNvGrpSpPr/>
          <p:nvPr/>
        </p:nvGrpSpPr>
        <p:grpSpPr>
          <a:xfrm>
            <a:off x="1643203" y="5174474"/>
            <a:ext cx="1202519" cy="1180655"/>
            <a:chOff x="1643203" y="5174474"/>
            <a:chExt cx="1202519" cy="1180655"/>
          </a:xfrm>
        </p:grpSpPr>
        <p:sp>
          <p:nvSpPr>
            <p:cNvPr id="11" name="Roundrect 11"/>
            <p:cNvSpPr/>
            <p:nvPr/>
          </p:nvSpPr>
          <p:spPr>
            <a:xfrm>
              <a:off x="1643203" y="5174474"/>
              <a:ext cx="1202519" cy="1180655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2700">
              <a:solidFill>
                <a:srgbClr val="EDEDED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42" name="asset-sheet separated grid table icon"/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2087770" y="5291082"/>
              <a:ext cx="291520" cy="291520"/>
            </a:xfrm>
            <a:prstGeom prst="rect">
              <a:avLst/>
            </a:prstGeom>
          </p:spPr>
        </p:pic>
        <p:sp>
          <p:nvSpPr>
            <p:cNvPr id="68" name="TextBox 68"/>
            <p:cNvSpPr txBox="1"/>
            <p:nvPr/>
          </p:nvSpPr>
          <p:spPr>
            <a:xfrm>
              <a:off x="1839979" y="5560738"/>
              <a:ext cx="801679" cy="50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3250" b="1" dirty="0">
                  <a:solidFill>
                    <a:srgbClr val="CF171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122</a:t>
              </a:r>
              <a:endParaRPr lang="zh-CN" sz="325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912858" y="6019881"/>
              <a:ext cx="655919" cy="233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200">
                  <a:solidFill>
                    <a:srgbClr val="17171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张表索引</a:t>
              </a:r>
              <a:endParaRPr lang="zh-CN" sz="1200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3304865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593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6023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13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751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9046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9046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676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844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4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条SQL规则与自检项</a:t>
            </a:r>
            <a:endParaRPr lang="zh-CN" sz="740" dirty="0"/>
          </a:p>
        </p:txBody>
      </p:sp>
      <p:sp>
        <p:nvSpPr>
          <p:cNvPr id="78" name="TextBox 78"/>
          <p:cNvSpPr txBox="1"/>
          <p:nvPr/>
        </p:nvSpPr>
        <p:spPr>
          <a:xfrm>
            <a:off x="9455930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4234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528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680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个验证案例</a:t>
            </a:r>
            <a:endParaRPr lang="zh-CN" sz="7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96031" y="3027147"/>
            <a:ext cx="649878" cy="60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2874" y="196334"/>
            <a:ext cx="86772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三、阶段成果（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98320" y="969264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围绕真实业务需求，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复刻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小伙伴们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的取数流程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，完成需求理解、口径确认和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8996" y="1316736"/>
            <a:ext cx="3730752" cy="45994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8724" y="1408176"/>
            <a:ext cx="310896" cy="310896"/>
          </a:xfrm>
          <a:prstGeom prst="ellipse">
            <a:avLst/>
          </a:prstGeom>
          <a:solidFill>
            <a:srgbClr val="C91F1F"/>
          </a:solidFill>
          <a:ln w="12700">
            <a:solidFill>
              <a:srgbClr val="C9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676" y="1454404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5924" y="142646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案例1｜</a:t>
            </a:r>
            <a:r>
              <a:rPr lang="zh-CN" altLang="en-US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需求没说清，</a:t>
            </a:r>
            <a:r>
              <a:rPr lang="en-US" altLang="zh-CN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会先问清楚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436" y="1764792"/>
            <a:ext cx="3538728" cy="3172968"/>
          </a:xfrm>
          <a:prstGeom prst="roundRect">
            <a:avLst>
              <a:gd name="adj" fmla="val 1153"/>
            </a:avLst>
          </a:prstGeom>
          <a:solidFill>
            <a:srgbClr val="181818"/>
          </a:solidFill>
          <a:ln w="6350">
            <a:solidFill>
              <a:srgbClr val="181818"/>
            </a:solidFill>
            <a:prstDash val="solid"/>
          </a:ln>
        </p:spPr>
      </p:sp>
      <p:pic>
        <p:nvPicPr>
          <p:cNvPr id="10" name="Image 0" descr="案例1｜主动澄清收入口径真实案例截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" y="1769364"/>
            <a:ext cx="3529584" cy="31638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7868" y="5001768"/>
            <a:ext cx="349300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zh-CN" sz="1000" dirty="0" err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针对商客分群收入分析需求，AI识别到收入范围不明确，</a:t>
            </a:r>
            <a:r>
              <a:rPr lang="en-US" altLang="zh-CN" sz="1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主动确认是否包含划小收入、基本面和台阶收入</a:t>
            </a:r>
            <a:r>
              <a:rPr lang="zh-CN" alt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7868" y="5532120"/>
            <a:ext cx="2446782" cy="310896"/>
          </a:xfrm>
          <a:prstGeom prst="roundRect">
            <a:avLst>
              <a:gd name="adj" fmla="val 15359"/>
            </a:avLst>
          </a:prstGeom>
          <a:solidFill>
            <a:srgbClr val="FFFFFF"/>
          </a:solidFill>
          <a:ln w="11430">
            <a:solidFill>
              <a:srgbClr val="D92E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9308" y="5582412"/>
            <a:ext cx="201168" cy="201168"/>
          </a:xfrm>
          <a:prstGeom prst="ellipse">
            <a:avLst/>
          </a:prstGeom>
          <a:solidFill>
            <a:srgbClr val="C91F1F"/>
          </a:solidFill>
          <a:ln w="12700">
            <a:solidFill>
              <a:srgbClr val="C91F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9308" y="5580583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4484" y="5564124"/>
            <a:ext cx="168783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解决问题</a:t>
            </a:r>
            <a:r>
              <a:rPr 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避免需求理解偏差</a:t>
            </a:r>
            <a:endParaRPr lang="en-US" sz="1000" b="1" dirty="0">
              <a:solidFill>
                <a:srgbClr val="C9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8139455" y="1316736"/>
            <a:ext cx="3730752" cy="4599432"/>
            <a:chOff x="4226052" y="1316736"/>
            <a:chExt cx="3730752" cy="4599432"/>
          </a:xfrm>
        </p:grpSpPr>
        <p:sp>
          <p:nvSpPr>
            <p:cNvPr id="16" name="Shape 13"/>
            <p:cNvSpPr/>
            <p:nvPr/>
          </p:nvSpPr>
          <p:spPr>
            <a:xfrm>
              <a:off x="422605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7" name="Shape 14"/>
            <p:cNvSpPr/>
            <p:nvPr/>
          </p:nvSpPr>
          <p:spPr>
            <a:xfrm>
              <a:off x="433578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4347718" y="1460754"/>
              <a:ext cx="329184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sz="1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792980" y="1426464"/>
              <a:ext cx="2999232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案例3｜</a:t>
              </a:r>
              <a:r>
                <a:rPr lang="zh-CN" altLang="en-US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遇到复杂需求，</a:t>
              </a:r>
              <a:r>
                <a:rPr lang="en-US" altLang="zh-CN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AI</a:t>
              </a:r>
              <a:r>
                <a:rPr lang="zh-CN" altLang="en-US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会协助补齐条件</a:t>
              </a:r>
              <a:endParaRPr lang="en-US" sz="153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431749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21" name="Image 1" descr="案例2｜多表匹配与关键条件追问真实案例截图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2064" y="1769364"/>
              <a:ext cx="3529584" cy="3163824"/>
            </a:xfrm>
            <a:prstGeom prst="rect">
              <a:avLst/>
            </a:prstGeom>
          </p:spPr>
        </p:pic>
        <p:sp>
          <p:nvSpPr>
            <p:cNvPr id="43" name="Shape 9"/>
            <p:cNvSpPr/>
            <p:nvPr/>
          </p:nvSpPr>
          <p:spPr>
            <a:xfrm>
              <a:off x="4344924" y="5532120"/>
              <a:ext cx="2382774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22" name="Text 18"/>
            <p:cNvSpPr/>
            <p:nvPr/>
          </p:nvSpPr>
          <p:spPr>
            <a:xfrm>
              <a:off x="4344924" y="5001768"/>
              <a:ext cx="3493008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4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复杂的多指标需求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，AI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确认理解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</a:t>
              </a: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提醒缺失的业务条件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帮助把模糊需求进一步明确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4" name="Shape 20"/>
            <p:cNvSpPr/>
            <p:nvPr/>
          </p:nvSpPr>
          <p:spPr>
            <a:xfrm>
              <a:off x="443636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4436364" y="5580583"/>
              <a:ext cx="201168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4701539" y="5564124"/>
              <a:ext cx="2026159" cy="2103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减少人工找表和补条件</a:t>
              </a:r>
              <a:endParaRPr 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243965" y="1332230"/>
            <a:ext cx="3730752" cy="4599432"/>
            <a:chOff x="8089138" y="1316736"/>
            <a:chExt cx="3730752" cy="4599432"/>
          </a:xfrm>
        </p:grpSpPr>
        <p:sp>
          <p:nvSpPr>
            <p:cNvPr id="27" name="Shape 23"/>
            <p:cNvSpPr/>
            <p:nvPr/>
          </p:nvSpPr>
          <p:spPr>
            <a:xfrm>
              <a:off x="8089138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28" name="Shape 24"/>
            <p:cNvSpPr/>
            <p:nvPr/>
          </p:nvSpPr>
          <p:spPr>
            <a:xfrm>
              <a:off x="822198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9" name="Text 25"/>
            <p:cNvSpPr/>
            <p:nvPr/>
          </p:nvSpPr>
          <p:spPr>
            <a:xfrm>
              <a:off x="8221980" y="1467612"/>
              <a:ext cx="329184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sz="160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8679053" y="1426591"/>
              <a:ext cx="30632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案例2｜</a:t>
              </a:r>
              <a:r>
                <a:rPr lang="zh-CN" altLang="en-US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复杂分析场景，</a:t>
              </a:r>
              <a:r>
                <a:rPr lang="en-US" altLang="zh-CN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AI</a:t>
              </a:r>
              <a:r>
                <a:rPr lang="zh-CN" altLang="en-US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尝试按照经验拆解</a:t>
              </a:r>
            </a:p>
          </p:txBody>
        </p:sp>
        <p:sp>
          <p:nvSpPr>
            <p:cNvPr id="31" name="Shape 27"/>
            <p:cNvSpPr/>
            <p:nvPr/>
          </p:nvSpPr>
          <p:spPr>
            <a:xfrm>
              <a:off x="820369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32" name="Image 2" descr="案例3｜按经验拆解分析问题真实案例截图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8264" y="1769364"/>
              <a:ext cx="3529584" cy="3163824"/>
            </a:xfrm>
            <a:prstGeom prst="rect">
              <a:avLst/>
            </a:prstGeom>
          </p:spPr>
        </p:pic>
        <p:sp>
          <p:nvSpPr>
            <p:cNvPr id="44" name="Shape 9"/>
            <p:cNvSpPr/>
            <p:nvPr/>
          </p:nvSpPr>
          <p:spPr>
            <a:xfrm>
              <a:off x="8231124" y="5532120"/>
              <a:ext cx="2532126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33" name="Text 28"/>
            <p:cNvSpPr/>
            <p:nvPr/>
          </p:nvSpPr>
          <p:spPr>
            <a:xfrm>
              <a:off x="8231124" y="5001768"/>
              <a:ext cx="3493008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针对收入环比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高的</a:t>
              </a: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原因，AI按照收入来源、用户维度、产品维度等思路逐层拆解，生成诊断型SQL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35" name="Shape 30"/>
            <p:cNvSpPr/>
            <p:nvPr/>
          </p:nvSpPr>
          <p:spPr>
            <a:xfrm>
              <a:off x="832256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36" name="Text 31"/>
            <p:cNvSpPr/>
            <p:nvPr/>
          </p:nvSpPr>
          <p:spPr>
            <a:xfrm>
              <a:off x="8322564" y="5580583"/>
              <a:ext cx="201168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37" name="Text 32"/>
            <p:cNvSpPr/>
            <p:nvPr/>
          </p:nvSpPr>
          <p:spPr>
            <a:xfrm>
              <a:off x="8587740" y="5564124"/>
              <a:ext cx="2099310" cy="2103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解决问题：辅助完成分析思路拆解</a:t>
              </a:r>
              <a:endParaRPr 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Text 36"/>
          <p:cNvSpPr/>
          <p:nvPr/>
        </p:nvSpPr>
        <p:spPr>
          <a:xfrm>
            <a:off x="1389888" y="620877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1129919" y="6208776"/>
            <a:ext cx="993216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不只是生成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，而是像数据团队小伙伴们一样思考和生成代码，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工作时间从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秒到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秒不等，效率及智商极高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6046" y="1847342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4" name="箭头: 右 33"/>
          <p:cNvSpPr/>
          <p:nvPr/>
        </p:nvSpPr>
        <p:spPr>
          <a:xfrm>
            <a:off x="8910083" y="1878473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042033" y="2587603"/>
            <a:ext cx="7016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会回答</a:t>
            </a:r>
          </a:p>
        </p:txBody>
      </p:sp>
      <p:sp>
        <p:nvSpPr>
          <p:cNvPr id="39" name="箭头: 右 38"/>
          <p:cNvSpPr/>
          <p:nvPr/>
        </p:nvSpPr>
        <p:spPr>
          <a:xfrm flipH="1">
            <a:off x="2924823" y="2624100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971688" y="3255788"/>
            <a:ext cx="7924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45" name="箭头: 右 44"/>
          <p:cNvSpPr/>
          <p:nvPr/>
        </p:nvSpPr>
        <p:spPr>
          <a:xfrm>
            <a:off x="2701989" y="3292285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爆炸形: 8 pt  45"/>
          <p:cNvSpPr/>
          <p:nvPr/>
        </p:nvSpPr>
        <p:spPr>
          <a:xfrm>
            <a:off x="2992555" y="5075708"/>
            <a:ext cx="1484529" cy="1133322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会互动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8230895" y="1844881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0205999" y="4057537"/>
            <a:ext cx="1478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提醒缺失的业务条件</a:t>
            </a:r>
          </a:p>
        </p:txBody>
      </p:sp>
      <p:sp>
        <p:nvSpPr>
          <p:cNvPr id="58" name="箭头: 下 57"/>
          <p:cNvSpPr/>
          <p:nvPr/>
        </p:nvSpPr>
        <p:spPr>
          <a:xfrm>
            <a:off x="10848338" y="4296932"/>
            <a:ext cx="193612" cy="141668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1404633" y="3947773"/>
            <a:ext cx="818885" cy="245110"/>
            <a:chOff x="1404633" y="3947773"/>
            <a:chExt cx="818885" cy="245110"/>
          </a:xfrm>
        </p:grpSpPr>
        <p:sp>
          <p:nvSpPr>
            <p:cNvPr id="23" name="文本框 22"/>
            <p:cNvSpPr txBox="1"/>
            <p:nvPr/>
          </p:nvSpPr>
          <p:spPr>
            <a:xfrm>
              <a:off x="1521843" y="3947773"/>
              <a:ext cx="701675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会回答</a:t>
              </a:r>
            </a:p>
          </p:txBody>
        </p:sp>
        <p:sp>
          <p:nvSpPr>
            <p:cNvPr id="47" name="箭头: 右 38"/>
            <p:cNvSpPr/>
            <p:nvPr/>
          </p:nvSpPr>
          <p:spPr>
            <a:xfrm flipH="1">
              <a:off x="1404633" y="3984270"/>
              <a:ext cx="121031" cy="17322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箭头: 右 44"/>
          <p:cNvSpPr/>
          <p:nvPr/>
        </p:nvSpPr>
        <p:spPr>
          <a:xfrm>
            <a:off x="1130364" y="1878140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636811" y="2832485"/>
            <a:ext cx="1362911" cy="869315"/>
            <a:chOff x="-4522" y="5875"/>
            <a:chExt cx="2498" cy="1598"/>
          </a:xfrm>
        </p:grpSpPr>
        <p:sp>
          <p:nvSpPr>
            <p:cNvPr id="53" name="思想气泡: 云 6"/>
            <p:cNvSpPr/>
            <p:nvPr/>
          </p:nvSpPr>
          <p:spPr>
            <a:xfrm>
              <a:off x="-4522" y="5875"/>
              <a:ext cx="2447" cy="1598"/>
            </a:xfrm>
            <a:prstGeom prst="cloudCallout">
              <a:avLst>
                <a:gd name="adj1" fmla="val 73717"/>
                <a:gd name="adj2" fmla="val -38868"/>
              </a:avLst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-4315" y="6024"/>
              <a:ext cx="2291" cy="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对话内容与</a:t>
              </a:r>
              <a:r>
                <a:rPr lang="en-US" altLang="zh-CN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DeepSeek</a:t>
              </a: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、豆包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一模一样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9387114" y="2668341"/>
            <a:ext cx="818885" cy="245110"/>
            <a:chOff x="1404633" y="3947773"/>
            <a:chExt cx="818885" cy="245110"/>
          </a:xfrm>
        </p:grpSpPr>
        <p:sp>
          <p:nvSpPr>
            <p:cNvPr id="63" name="文本框 62"/>
            <p:cNvSpPr txBox="1"/>
            <p:nvPr/>
          </p:nvSpPr>
          <p:spPr>
            <a:xfrm>
              <a:off x="1521843" y="3947773"/>
              <a:ext cx="701675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会回答</a:t>
              </a:r>
            </a:p>
          </p:txBody>
        </p:sp>
        <p:sp>
          <p:nvSpPr>
            <p:cNvPr id="64" name="箭头: 右 38"/>
            <p:cNvSpPr/>
            <p:nvPr/>
          </p:nvSpPr>
          <p:spPr>
            <a:xfrm flipH="1">
              <a:off x="1404633" y="3984270"/>
              <a:ext cx="121031" cy="17322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E3F01FD8-AD95-FBD4-226F-636858DD0E57}"/>
              </a:ext>
            </a:extLst>
          </p:cNvPr>
          <p:cNvSpPr/>
          <p:nvPr/>
        </p:nvSpPr>
        <p:spPr>
          <a:xfrm>
            <a:off x="507712" y="2362200"/>
            <a:ext cx="622208" cy="224312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BB4581D-AB40-5F6F-27DD-B77C01733610}"/>
              </a:ext>
            </a:extLst>
          </p:cNvPr>
          <p:cNvSpPr/>
          <p:nvPr/>
        </p:nvSpPr>
        <p:spPr>
          <a:xfrm>
            <a:off x="4443014" y="2511944"/>
            <a:ext cx="622208" cy="224312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942E1F5-B768-44BE-535C-C54BB3F2E2D0}"/>
              </a:ext>
            </a:extLst>
          </p:cNvPr>
          <p:cNvSpPr/>
          <p:nvPr/>
        </p:nvSpPr>
        <p:spPr>
          <a:xfrm>
            <a:off x="8365356" y="2440315"/>
            <a:ext cx="622208" cy="224312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431800" y="1409700"/>
            <a:ext cx="11271250" cy="51308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12" y="1619423"/>
            <a:ext cx="4665393" cy="46381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17" y="1619423"/>
            <a:ext cx="4788854" cy="47949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5575" y="196334"/>
            <a:ext cx="61023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三、阶段成果（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准确性验证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694646" y="954045"/>
            <a:ext cx="880270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生成的脚本放进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cdap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跑数，脚本能够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正常运行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，并返回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正确的结果</a:t>
            </a:r>
            <a:endParaRPr lang="zh-CN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674" y="72995"/>
            <a:ext cx="960536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(1/3)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首批 4 人试用， 真实需求解决率达到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81%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106785"/>
            <a:ext cx="10185400" cy="95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日起，组织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支撑人员，将 AI 取数工具应用到日常真实取数，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日记录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并跟踪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，截至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13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日，共计使用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取数工具处理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26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个真实需求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，其中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成功解决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</a:t>
            </a:r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，解决率  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81%</a:t>
            </a:r>
            <a:endParaRPr lang="zh-CN" altLang="en-US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75" y="2429713"/>
            <a:ext cx="11470251" cy="3401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113" y="156707"/>
            <a:ext cx="9605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(2/3)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试用者声音</a:t>
            </a:r>
            <a:endParaRPr lang="zh-CN" altLang="en-US" sz="2400" b="1" i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121" y="1243047"/>
            <a:ext cx="3680940" cy="46747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949" y="1294563"/>
            <a:ext cx="3970101" cy="467479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9" y="1365396"/>
            <a:ext cx="3599796" cy="4853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326495" y="1316736"/>
            <a:ext cx="2737104" cy="476402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3"/>
          <p:cNvSpPr/>
          <p:nvPr/>
        </p:nvSpPr>
        <p:spPr>
          <a:xfrm>
            <a:off x="3303577" y="1298561"/>
            <a:ext cx="2737104" cy="4782199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" name="Shape 3"/>
          <p:cNvSpPr/>
          <p:nvPr/>
        </p:nvSpPr>
        <p:spPr>
          <a:xfrm>
            <a:off x="6251194" y="1316736"/>
            <a:ext cx="2737104" cy="478219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69146" y="1316736"/>
            <a:ext cx="2737104" cy="476402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流程图: 可选过程 5"/>
          <p:cNvSpPr/>
          <p:nvPr/>
        </p:nvSpPr>
        <p:spPr>
          <a:xfrm>
            <a:off x="473377" y="1159873"/>
            <a:ext cx="2488341" cy="322852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、调用大模型能力（</a:t>
            </a:r>
            <a:r>
              <a:rPr lang="en-US" altLang="zh-CN" sz="1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" name="流程图: 可选过程 6"/>
          <p:cNvSpPr/>
          <p:nvPr/>
        </p:nvSpPr>
        <p:spPr>
          <a:xfrm>
            <a:off x="3413427" y="1159873"/>
            <a:ext cx="2488341" cy="322852"/>
          </a:xfrm>
          <a:prstGeom prst="flowChartAlternateProcess">
            <a:avLst/>
          </a:prstGeom>
          <a:solidFill>
            <a:srgbClr val="F374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、投喂业支数据资产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流程图: 可选过程 7"/>
          <p:cNvSpPr/>
          <p:nvPr/>
        </p:nvSpPr>
        <p:spPr>
          <a:xfrm>
            <a:off x="6353477" y="1159873"/>
            <a:ext cx="2488341" cy="322852"/>
          </a:xfrm>
          <a:prstGeom prst="flowChartAlternateProcess">
            <a:avLst/>
          </a:prstGeom>
          <a:solidFill>
            <a:srgbClr val="0094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、封装形成取数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9293527" y="1159873"/>
            <a:ext cx="2488341" cy="322852"/>
          </a:xfrm>
          <a:prstGeom prst="flowChartAlternateProcess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挂载到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工具使用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400050" y="3394989"/>
            <a:ext cx="2488341" cy="2470702"/>
          </a:xfrm>
          <a:prstGeom prst="roundRect">
            <a:avLst>
              <a:gd name="adj" fmla="val 2437"/>
            </a:avLst>
          </a:pr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58152" y="3502426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大模型调用投入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558800" y="3921112"/>
            <a:ext cx="2336800" cy="1729204"/>
            <a:chOff x="558800" y="3898900"/>
            <a:chExt cx="2336800" cy="1729204"/>
          </a:xfrm>
        </p:grpSpPr>
        <p:sp>
          <p:nvSpPr>
            <p:cNvPr id="12" name="矩形: 圆角 11"/>
            <p:cNvSpPr/>
            <p:nvPr/>
          </p:nvSpPr>
          <p:spPr>
            <a:xfrm>
              <a:off x="558800" y="3898900"/>
              <a:ext cx="2336800" cy="514350"/>
            </a:xfrm>
            <a:prstGeom prst="roundRect">
              <a:avLst/>
            </a:prstGeom>
            <a:solidFill>
              <a:schemeClr val="bg1">
                <a:lumMod val="95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58800" y="4506327"/>
              <a:ext cx="2336800" cy="514350"/>
            </a:xfrm>
            <a:prstGeom prst="roundRect">
              <a:avLst/>
            </a:prstGeom>
            <a:solidFill>
              <a:schemeClr val="bg1">
                <a:lumMod val="95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558800" y="5113754"/>
              <a:ext cx="2336800" cy="514350"/>
            </a:xfrm>
            <a:prstGeom prst="roundRect">
              <a:avLst/>
            </a:prstGeom>
            <a:solidFill>
              <a:schemeClr val="bg1">
                <a:lumMod val="95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06934" y="4031491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开发优化阶段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948614" y="3959310"/>
              <a:ext cx="7168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累计约</a:t>
              </a:r>
              <a:endParaRPr lang="en-US" altLang="zh-CN" sz="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81989" y="4646083"/>
              <a:ext cx="1356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人内测阶段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995903" y="4573373"/>
              <a:ext cx="6222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每月约</a:t>
              </a:r>
              <a:endParaRPr lang="en-US" altLang="zh-CN" sz="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06934" y="5232428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全团队使用阶段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938715" y="5170873"/>
              <a:ext cx="7168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每月预估</a:t>
              </a:r>
              <a:endParaRPr lang="en-US" altLang="zh-CN" sz="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73376" y="2066924"/>
            <a:ext cx="4399089" cy="2942362"/>
            <a:chOff x="473376" y="2022474"/>
            <a:chExt cx="4616858" cy="2942362"/>
          </a:xfrm>
        </p:grpSpPr>
        <p:sp>
          <p:nvSpPr>
            <p:cNvPr id="31" name="矩形: 圆角 30"/>
            <p:cNvSpPr/>
            <p:nvPr/>
          </p:nvSpPr>
          <p:spPr>
            <a:xfrm>
              <a:off x="473376" y="2022474"/>
              <a:ext cx="2488341" cy="1205329"/>
            </a:xfrm>
            <a:prstGeom prst="roundRect">
              <a:avLst>
                <a:gd name="adj" fmla="val 4818"/>
              </a:avLst>
            </a:prstGeom>
            <a:solidFill>
              <a:srgbClr val="FEF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722721" y="2482936"/>
              <a:ext cx="4367513" cy="2481900"/>
              <a:chOff x="722721" y="2349586"/>
              <a:chExt cx="4367513" cy="2481900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722721" y="2355475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自然语言理解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667728" y="2359960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多轮对话澄清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722721" y="2653375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逻辑推理能力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667727" y="2648890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代码生成能力</a:t>
                </a: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CDC5C42-94C7-39C0-24AE-3B711A43E070}"/>
                  </a:ext>
                </a:extLst>
              </p:cNvPr>
              <p:cNvSpPr txBox="1"/>
              <p:nvPr/>
            </p:nvSpPr>
            <p:spPr>
              <a:xfrm>
                <a:off x="4093109" y="2349586"/>
                <a:ext cx="9776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E2500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数据知识</a:t>
                </a: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61F89F9D-FCBE-06C1-3B3B-80B36012E872}"/>
                  </a:ext>
                </a:extLst>
              </p:cNvPr>
              <p:cNvSpPr txBox="1"/>
              <p:nvPr/>
            </p:nvSpPr>
            <p:spPr>
              <a:xfrm>
                <a:off x="4050685" y="3599759"/>
                <a:ext cx="9776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E2500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取数规则</a:t>
                </a: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BFECB0F5-05FE-29DE-7B55-6E0242CE1046}"/>
                  </a:ext>
                </a:extLst>
              </p:cNvPr>
              <p:cNvSpPr txBox="1"/>
              <p:nvPr/>
            </p:nvSpPr>
            <p:spPr>
              <a:xfrm>
                <a:off x="4112596" y="4523709"/>
                <a:ext cx="9776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E2500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经验案例</a:t>
                </a:r>
              </a:p>
            </p:txBody>
          </p:sp>
        </p:grp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062" y="2060949"/>
              <a:ext cx="1927532" cy="368180"/>
            </a:xfrm>
            <a:prstGeom prst="rect">
              <a:avLst/>
            </a:prstGeom>
          </p:spPr>
        </p:pic>
      </p:grpSp>
      <p:sp>
        <p:nvSpPr>
          <p:cNvPr id="34" name="文本框 33"/>
          <p:cNvSpPr txBox="1"/>
          <p:nvPr/>
        </p:nvSpPr>
        <p:spPr>
          <a:xfrm>
            <a:off x="558800" y="1537752"/>
            <a:ext cx="2590223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 DeepSeek 大模型的通用智能能力，作为AI取数Skill的底层能力基础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435525" y="1551096"/>
            <a:ext cx="2488341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将我们团队长期沉淀的数据知识、取数规则和经验案例投喂给模型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539542" y="1551096"/>
            <a:ext cx="2243850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基于大模型能力和业支数据资产，封装成可复用、可调用的取数技能包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758" y="1959569"/>
            <a:ext cx="2534917" cy="3637361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9357127" y="1551096"/>
            <a:ext cx="2276073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可挂载到各类AI工具中使用，当前主要挂载在ZCode平台</a:t>
            </a: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147" y="2365192"/>
            <a:ext cx="2508793" cy="3325314"/>
          </a:xfrm>
          <a:prstGeom prst="rect">
            <a:avLst/>
          </a:prstGeom>
        </p:spPr>
      </p:pic>
      <p:sp>
        <p:nvSpPr>
          <p:cNvPr id="51" name="箭头: 右 50"/>
          <p:cNvSpPr/>
          <p:nvPr/>
        </p:nvSpPr>
        <p:spPr>
          <a:xfrm>
            <a:off x="3069239" y="3181715"/>
            <a:ext cx="366286" cy="354867"/>
          </a:xfrm>
          <a:prstGeom prst="rightArrow">
            <a:avLst/>
          </a:prstGeom>
          <a:gradFill>
            <a:gsLst>
              <a:gs pos="0">
                <a:srgbClr val="C00000">
                  <a:alpha val="58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箭头: 右 51"/>
          <p:cNvSpPr/>
          <p:nvPr/>
        </p:nvSpPr>
        <p:spPr>
          <a:xfrm>
            <a:off x="5997799" y="3147559"/>
            <a:ext cx="366286" cy="354867"/>
          </a:xfrm>
          <a:prstGeom prst="rightArrow">
            <a:avLst/>
          </a:prstGeom>
          <a:gradFill>
            <a:gsLst>
              <a:gs pos="0">
                <a:srgbClr val="C00000">
                  <a:alpha val="58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F3740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箭头: 右 53"/>
          <p:cNvSpPr/>
          <p:nvPr/>
        </p:nvSpPr>
        <p:spPr>
          <a:xfrm>
            <a:off x="8877783" y="3157583"/>
            <a:ext cx="366286" cy="354867"/>
          </a:xfrm>
          <a:prstGeom prst="rightArrow">
            <a:avLst/>
          </a:prstGeom>
          <a:gradFill>
            <a:gsLst>
              <a:gs pos="0">
                <a:srgbClr val="C00000">
                  <a:alpha val="58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00945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73113" y="156707"/>
            <a:ext cx="9605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(3/3)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这个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”AI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同事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”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是怎么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喂出来的？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F9897A8D-5DD0-7551-8023-6635E9670500}"/>
              </a:ext>
            </a:extLst>
          </p:cNvPr>
          <p:cNvSpPr/>
          <p:nvPr/>
        </p:nvSpPr>
        <p:spPr>
          <a:xfrm>
            <a:off x="4730749" y="1053055"/>
            <a:ext cx="3022601" cy="519238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384AD06-F790-69C5-6D8D-AE4A39BD538B}"/>
              </a:ext>
            </a:extLst>
          </p:cNvPr>
          <p:cNvCxnSpPr>
            <a:cxnSpLocks/>
          </p:cNvCxnSpPr>
          <p:nvPr/>
        </p:nvCxnSpPr>
        <p:spPr>
          <a:xfrm flipV="1">
            <a:off x="6394008" y="970022"/>
            <a:ext cx="324999" cy="60950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C57B782-BF8A-52B7-DAD2-427848D61B4A}"/>
              </a:ext>
            </a:extLst>
          </p:cNvPr>
          <p:cNvCxnSpPr>
            <a:cxnSpLocks/>
            <a:stCxn id="39" idx="4"/>
            <a:endCxn id="61" idx="0"/>
          </p:cNvCxnSpPr>
          <p:nvPr/>
        </p:nvCxnSpPr>
        <p:spPr>
          <a:xfrm flipH="1">
            <a:off x="5596704" y="1572293"/>
            <a:ext cx="645346" cy="533106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0F5E63EF-F857-8A37-8AD3-8584C757C59B}"/>
              </a:ext>
            </a:extLst>
          </p:cNvPr>
          <p:cNvSpPr txBox="1"/>
          <p:nvPr/>
        </p:nvSpPr>
        <p:spPr>
          <a:xfrm>
            <a:off x="4119376" y="2105399"/>
            <a:ext cx="2954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highlight>
                  <a:srgbClr val="E8804C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不投喂具体数据，无信息安全风险！！！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049279D-EE4E-2315-C1F7-C39D5E0E5EE4}"/>
              </a:ext>
            </a:extLst>
          </p:cNvPr>
          <p:cNvSpPr txBox="1"/>
          <p:nvPr/>
        </p:nvSpPr>
        <p:spPr>
          <a:xfrm>
            <a:off x="6647599" y="812168"/>
            <a:ext cx="1582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取数高智商的来源</a:t>
            </a:r>
          </a:p>
        </p:txBody>
      </p:sp>
      <p:sp>
        <p:nvSpPr>
          <p:cNvPr id="80" name="TextBox 69">
            <a:extLst>
              <a:ext uri="{FF2B5EF4-FFF2-40B4-BE49-F238E27FC236}">
                <a16:creationId xmlns:a16="http://schemas.microsoft.com/office/drawing/2014/main" id="{77118CE0-62B2-B457-1785-AB0718E5C41C}"/>
              </a:ext>
            </a:extLst>
          </p:cNvPr>
          <p:cNvSpPr txBox="1"/>
          <p:nvPr/>
        </p:nvSpPr>
        <p:spPr>
          <a:xfrm>
            <a:off x="3762258" y="3757505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1200" dirty="0"/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794A9CDC-A7B8-2400-093E-07276C5F9283}"/>
              </a:ext>
            </a:extLst>
          </p:cNvPr>
          <p:cNvGrpSpPr/>
          <p:nvPr/>
        </p:nvGrpSpPr>
        <p:grpSpPr>
          <a:xfrm>
            <a:off x="3454503" y="2892131"/>
            <a:ext cx="2468313" cy="803034"/>
            <a:chOff x="3454503" y="2945471"/>
            <a:chExt cx="2468313" cy="803034"/>
          </a:xfrm>
        </p:grpSpPr>
        <p:sp>
          <p:nvSpPr>
            <p:cNvPr id="77" name="Roundrect 11">
              <a:extLst>
                <a:ext uri="{FF2B5EF4-FFF2-40B4-BE49-F238E27FC236}">
                  <a16:creationId xmlns:a16="http://schemas.microsoft.com/office/drawing/2014/main" id="{F0C719C1-0006-2CD3-5F1A-4AD96BA13A78}"/>
                </a:ext>
              </a:extLst>
            </p:cNvPr>
            <p:cNvSpPr/>
            <p:nvPr/>
          </p:nvSpPr>
          <p:spPr>
            <a:xfrm>
              <a:off x="3454503" y="2945471"/>
              <a:ext cx="1202519" cy="803034"/>
            </a:xfrm>
            <a:prstGeom prst="roundRect">
              <a:avLst>
                <a:gd name="adj" fmla="val 9259"/>
              </a:avLst>
            </a:prstGeom>
            <a:solidFill>
              <a:srgbClr val="FEF6E9"/>
            </a:solidFill>
            <a:ln w="12700"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TextBox 68">
              <a:extLst>
                <a:ext uri="{FF2B5EF4-FFF2-40B4-BE49-F238E27FC236}">
                  <a16:creationId xmlns:a16="http://schemas.microsoft.com/office/drawing/2014/main" id="{6B5C4405-89BB-24F2-8CCE-AEE0A52E62AE}"/>
                </a:ext>
              </a:extLst>
            </p:cNvPr>
            <p:cNvSpPr txBox="1"/>
            <p:nvPr/>
          </p:nvSpPr>
          <p:spPr>
            <a:xfrm>
              <a:off x="3680436" y="3046480"/>
              <a:ext cx="801679" cy="50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E2500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122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张</a:t>
              </a: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algn="l"/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cdap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表索引</a:t>
              </a:r>
              <a:endParaRPr 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oundrect 11">
              <a:extLst>
                <a:ext uri="{FF2B5EF4-FFF2-40B4-BE49-F238E27FC236}">
                  <a16:creationId xmlns:a16="http://schemas.microsoft.com/office/drawing/2014/main" id="{5326DED3-D83F-4EB8-44F8-BFF8A4579B21}"/>
                </a:ext>
              </a:extLst>
            </p:cNvPr>
            <p:cNvSpPr/>
            <p:nvPr/>
          </p:nvSpPr>
          <p:spPr>
            <a:xfrm>
              <a:off x="4720297" y="2945471"/>
              <a:ext cx="1202519" cy="803034"/>
            </a:xfrm>
            <a:prstGeom prst="roundRect">
              <a:avLst>
                <a:gd name="adj" fmla="val 9259"/>
              </a:avLst>
            </a:prstGeom>
            <a:solidFill>
              <a:srgbClr val="FEF6E9"/>
            </a:solidFill>
            <a:ln w="12700"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TextBox 68">
              <a:extLst>
                <a:ext uri="{FF2B5EF4-FFF2-40B4-BE49-F238E27FC236}">
                  <a16:creationId xmlns:a16="http://schemas.microsoft.com/office/drawing/2014/main" id="{025F280F-5AD7-44A8-3E7E-7D7AA44407A9}"/>
                </a:ext>
              </a:extLst>
            </p:cNvPr>
            <p:cNvSpPr txBox="1"/>
            <p:nvPr/>
          </p:nvSpPr>
          <p:spPr>
            <a:xfrm>
              <a:off x="4968776" y="3067862"/>
              <a:ext cx="801679" cy="50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sz="2000" b="1" dirty="0">
                  <a:solidFill>
                    <a:srgbClr val="E2500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91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个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algn="l"/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数字字典标准</a:t>
              </a: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algn="l"/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指标</a:t>
              </a: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E554C8B4-61F7-C784-5C4D-2FB839BAB044}"/>
              </a:ext>
            </a:extLst>
          </p:cNvPr>
          <p:cNvGrpSpPr/>
          <p:nvPr/>
        </p:nvGrpSpPr>
        <p:grpSpPr>
          <a:xfrm>
            <a:off x="3437472" y="4107021"/>
            <a:ext cx="2624987" cy="589774"/>
            <a:chOff x="3437472" y="4244181"/>
            <a:chExt cx="2624987" cy="589774"/>
          </a:xfrm>
        </p:grpSpPr>
        <p:sp>
          <p:nvSpPr>
            <p:cNvPr id="87" name="Roundrect 11">
              <a:extLst>
                <a:ext uri="{FF2B5EF4-FFF2-40B4-BE49-F238E27FC236}">
                  <a16:creationId xmlns:a16="http://schemas.microsoft.com/office/drawing/2014/main" id="{8B51CF81-9D50-066B-BD45-51E5086C59DA}"/>
                </a:ext>
              </a:extLst>
            </p:cNvPr>
            <p:cNvSpPr/>
            <p:nvPr/>
          </p:nvSpPr>
          <p:spPr>
            <a:xfrm>
              <a:off x="3437472" y="4244181"/>
              <a:ext cx="801679" cy="589774"/>
            </a:xfrm>
            <a:prstGeom prst="roundRect">
              <a:avLst>
                <a:gd name="adj" fmla="val 9259"/>
              </a:avLst>
            </a:prstGeom>
            <a:solidFill>
              <a:srgbClr val="FEF6E9"/>
            </a:solidFill>
            <a:ln w="12700"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TextBox 68">
              <a:extLst>
                <a:ext uri="{FF2B5EF4-FFF2-40B4-BE49-F238E27FC236}">
                  <a16:creationId xmlns:a16="http://schemas.microsoft.com/office/drawing/2014/main" id="{F73CB159-5066-7BA4-D734-D1B00297F83F}"/>
                </a:ext>
              </a:extLst>
            </p:cNvPr>
            <p:cNvSpPr txBox="1"/>
            <p:nvPr/>
          </p:nvSpPr>
          <p:spPr>
            <a:xfrm>
              <a:off x="3531024" y="4244181"/>
              <a:ext cx="801679" cy="50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b="1" dirty="0">
                  <a:solidFill>
                    <a:srgbClr val="E2500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114</a:t>
              </a:r>
              <a:r>
                <a:rPr lang="zh-CN" altLang="en-US" sz="800" b="1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条</a:t>
              </a:r>
              <a:endParaRPr lang="en-US" altLang="zh-CN" sz="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endParaRPr>
            </a:p>
            <a:p>
              <a:pPr algn="l"/>
              <a:r>
                <a:rPr lang="zh-CN" altLang="en-US" sz="800" b="1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主表路由规则</a:t>
              </a:r>
              <a:endParaRPr lang="zh-CN" sz="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6" name="Roundrect 11">
              <a:extLst>
                <a:ext uri="{FF2B5EF4-FFF2-40B4-BE49-F238E27FC236}">
                  <a16:creationId xmlns:a16="http://schemas.microsoft.com/office/drawing/2014/main" id="{3E9091FA-CAC6-C98D-6DEB-7437A8B40BC7}"/>
                </a:ext>
              </a:extLst>
            </p:cNvPr>
            <p:cNvSpPr/>
            <p:nvPr/>
          </p:nvSpPr>
          <p:spPr>
            <a:xfrm>
              <a:off x="4267467" y="4244181"/>
              <a:ext cx="801679" cy="589774"/>
            </a:xfrm>
            <a:prstGeom prst="roundRect">
              <a:avLst>
                <a:gd name="adj" fmla="val 9259"/>
              </a:avLst>
            </a:prstGeom>
            <a:solidFill>
              <a:srgbClr val="FEF6E9"/>
            </a:solidFill>
            <a:ln w="12700"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oundrect 11">
              <a:extLst>
                <a:ext uri="{FF2B5EF4-FFF2-40B4-BE49-F238E27FC236}">
                  <a16:creationId xmlns:a16="http://schemas.microsoft.com/office/drawing/2014/main" id="{A620B49A-EB6B-5F63-3294-C94D663F5C16}"/>
                </a:ext>
              </a:extLst>
            </p:cNvPr>
            <p:cNvSpPr/>
            <p:nvPr/>
          </p:nvSpPr>
          <p:spPr>
            <a:xfrm>
              <a:off x="5112702" y="4244181"/>
              <a:ext cx="801679" cy="589774"/>
            </a:xfrm>
            <a:prstGeom prst="roundRect">
              <a:avLst>
                <a:gd name="adj" fmla="val 9259"/>
              </a:avLst>
            </a:prstGeom>
            <a:solidFill>
              <a:srgbClr val="FEF6E9"/>
            </a:solidFill>
            <a:ln w="12700"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TextBox 68">
              <a:extLst>
                <a:ext uri="{FF2B5EF4-FFF2-40B4-BE49-F238E27FC236}">
                  <a16:creationId xmlns:a16="http://schemas.microsoft.com/office/drawing/2014/main" id="{A94B08CB-C59C-48C4-8CF7-793D19037883}"/>
                </a:ext>
              </a:extLst>
            </p:cNvPr>
            <p:cNvSpPr txBox="1"/>
            <p:nvPr/>
          </p:nvSpPr>
          <p:spPr>
            <a:xfrm>
              <a:off x="4399891" y="4244181"/>
              <a:ext cx="801679" cy="50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b="1" dirty="0">
                  <a:solidFill>
                    <a:srgbClr val="E2500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62</a:t>
              </a:r>
              <a:r>
                <a:rPr lang="zh-CN" altLang="en-US" sz="800" b="1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条</a:t>
              </a:r>
              <a:endParaRPr lang="en-US" altLang="zh-CN" sz="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endParaRPr>
            </a:p>
            <a:p>
              <a:pPr algn="l"/>
              <a:r>
                <a:rPr lang="zh-CN" altLang="en-US" sz="800" b="1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字段补表规则</a:t>
              </a:r>
              <a:endParaRPr lang="en-US" altLang="zh-CN" sz="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endParaRPr>
            </a:p>
          </p:txBody>
        </p:sp>
        <p:sp>
          <p:nvSpPr>
            <p:cNvPr id="99" name="TextBox 68">
              <a:extLst>
                <a:ext uri="{FF2B5EF4-FFF2-40B4-BE49-F238E27FC236}">
                  <a16:creationId xmlns:a16="http://schemas.microsoft.com/office/drawing/2014/main" id="{63A115C0-D510-9A9D-C337-B309D133795D}"/>
                </a:ext>
              </a:extLst>
            </p:cNvPr>
            <p:cNvSpPr txBox="1"/>
            <p:nvPr/>
          </p:nvSpPr>
          <p:spPr>
            <a:xfrm>
              <a:off x="5260780" y="4244181"/>
              <a:ext cx="801679" cy="502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altLang="zh-CN" b="1" dirty="0">
                  <a:solidFill>
                    <a:srgbClr val="E25007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101</a:t>
              </a:r>
              <a:r>
                <a:rPr lang="zh-CN" altLang="en-US" sz="800" b="1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条</a:t>
              </a:r>
              <a:endParaRPr lang="en-US" altLang="zh-CN" sz="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endParaRPr>
            </a:p>
            <a:p>
              <a:pPr algn="l"/>
              <a:r>
                <a:rPr lang="en-US" altLang="zh-CN" sz="800" b="1" dirty="0" err="1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Sql</a:t>
              </a:r>
              <a:r>
                <a:rPr lang="zh-CN" altLang="en-US" sz="800" b="1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/>
                </a:rPr>
                <a:t>自检规则</a:t>
              </a:r>
              <a:endParaRPr lang="en-US" altLang="zh-CN" sz="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endParaRPr>
            </a:p>
          </p:txBody>
        </p:sp>
      </p:grpSp>
      <p:sp>
        <p:nvSpPr>
          <p:cNvPr id="100" name="Roundrect 11">
            <a:extLst>
              <a:ext uri="{FF2B5EF4-FFF2-40B4-BE49-F238E27FC236}">
                <a16:creationId xmlns:a16="http://schemas.microsoft.com/office/drawing/2014/main" id="{287859C3-5966-7B1A-C82A-3CD0B881D239}"/>
              </a:ext>
            </a:extLst>
          </p:cNvPr>
          <p:cNvSpPr/>
          <p:nvPr/>
        </p:nvSpPr>
        <p:spPr>
          <a:xfrm>
            <a:off x="3454503" y="5062657"/>
            <a:ext cx="1202519" cy="803034"/>
          </a:xfrm>
          <a:prstGeom prst="roundRect">
            <a:avLst>
              <a:gd name="adj" fmla="val 9259"/>
            </a:avLst>
          </a:prstGeom>
          <a:solidFill>
            <a:srgbClr val="FEF6E9"/>
          </a:solidFill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Roundrect 11">
            <a:extLst>
              <a:ext uri="{FF2B5EF4-FFF2-40B4-BE49-F238E27FC236}">
                <a16:creationId xmlns:a16="http://schemas.microsoft.com/office/drawing/2014/main" id="{AFB88D22-05D3-2572-B634-0A0B9598D618}"/>
              </a:ext>
            </a:extLst>
          </p:cNvPr>
          <p:cNvSpPr/>
          <p:nvPr/>
        </p:nvSpPr>
        <p:spPr>
          <a:xfrm>
            <a:off x="4720297" y="5062657"/>
            <a:ext cx="1202519" cy="803034"/>
          </a:xfrm>
          <a:prstGeom prst="roundRect">
            <a:avLst>
              <a:gd name="adj" fmla="val 9259"/>
            </a:avLst>
          </a:prstGeom>
          <a:solidFill>
            <a:srgbClr val="FEF6E9"/>
          </a:solidFill>
          <a:ln w="1270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extBox 68">
            <a:extLst>
              <a:ext uri="{FF2B5EF4-FFF2-40B4-BE49-F238E27FC236}">
                <a16:creationId xmlns:a16="http://schemas.microsoft.com/office/drawing/2014/main" id="{BC428F01-4DF6-9AFB-34AA-B768BA617D4D}"/>
              </a:ext>
            </a:extLst>
          </p:cNvPr>
          <p:cNvSpPr txBox="1"/>
          <p:nvPr/>
        </p:nvSpPr>
        <p:spPr>
          <a:xfrm>
            <a:off x="3680436" y="5157272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2000" b="1" dirty="0">
                <a:solidFill>
                  <a:srgbClr val="E2500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algn="l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专项场景规则</a:t>
            </a:r>
            <a:endParaRPr 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Box 68">
            <a:extLst>
              <a:ext uri="{FF2B5EF4-FFF2-40B4-BE49-F238E27FC236}">
                <a16:creationId xmlns:a16="http://schemas.microsoft.com/office/drawing/2014/main" id="{D2C6AECC-678A-ED9C-F83F-ABC616D8E0FE}"/>
              </a:ext>
            </a:extLst>
          </p:cNvPr>
          <p:cNvSpPr txBox="1"/>
          <p:nvPr/>
        </p:nvSpPr>
        <p:spPr>
          <a:xfrm>
            <a:off x="4950357" y="5157272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2000" b="1" dirty="0">
                <a:solidFill>
                  <a:srgbClr val="E2500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个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algn="l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已验证案例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pic>
        <p:nvPicPr>
          <p:cNvPr id="109" name="图片 108">
            <a:extLst>
              <a:ext uri="{FF2B5EF4-FFF2-40B4-BE49-F238E27FC236}">
                <a16:creationId xmlns:a16="http://schemas.microsoft.com/office/drawing/2014/main" id="{8B7832C1-42D8-888F-86A0-E0EC2BA94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526" y="2520265"/>
            <a:ext cx="403224" cy="369622"/>
          </a:xfrm>
          <a:prstGeom prst="rect">
            <a:avLst/>
          </a:prstGeom>
        </p:spPr>
      </p:pic>
      <p:pic>
        <p:nvPicPr>
          <p:cNvPr id="111" name="图片 110">
            <a:extLst>
              <a:ext uri="{FF2B5EF4-FFF2-40B4-BE49-F238E27FC236}">
                <a16:creationId xmlns:a16="http://schemas.microsoft.com/office/drawing/2014/main" id="{89C4AFB4-F13E-2725-91B2-8C10CF341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845" y="3696589"/>
            <a:ext cx="356822" cy="404398"/>
          </a:xfrm>
          <a:prstGeom prst="rect">
            <a:avLst/>
          </a:prstGeom>
        </p:spPr>
      </p:pic>
      <p:pic>
        <p:nvPicPr>
          <p:cNvPr id="113" name="图片 112">
            <a:extLst>
              <a:ext uri="{FF2B5EF4-FFF2-40B4-BE49-F238E27FC236}">
                <a16:creationId xmlns:a16="http://schemas.microsoft.com/office/drawing/2014/main" id="{F45F7EBC-C9E4-4AC5-7A40-611B4E6E08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7121" y="4674372"/>
            <a:ext cx="336935" cy="3025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rect 4"/>
          <p:cNvSpPr/>
          <p:nvPr/>
        </p:nvSpPr>
        <p:spPr>
          <a:xfrm>
            <a:off x="302211" y="1219885"/>
            <a:ext cx="7521207" cy="2033851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Ellipse 17"/>
          <p:cNvSpPr/>
          <p:nvPr/>
        </p:nvSpPr>
        <p:spPr>
          <a:xfrm>
            <a:off x="2476435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302212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928861" y="1696321"/>
            <a:ext cx="6218316" cy="801679"/>
            <a:chOff x="928861" y="1696321"/>
            <a:chExt cx="6218316" cy="801679"/>
          </a:xfrm>
        </p:grpSpPr>
        <p:sp>
          <p:nvSpPr>
            <p:cNvPr id="12" name="Ellipse 12"/>
            <p:cNvSpPr/>
            <p:nvPr/>
          </p:nvSpPr>
          <p:spPr>
            <a:xfrm>
              <a:off x="92886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Ellipse 12"/>
            <p:cNvSpPr/>
            <p:nvPr/>
          </p:nvSpPr>
          <p:spPr>
            <a:xfrm>
              <a:off x="2281198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Ellipse 12"/>
            <p:cNvSpPr/>
            <p:nvPr/>
          </p:nvSpPr>
          <p:spPr>
            <a:xfrm>
              <a:off x="3633535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Ellipse 12"/>
            <p:cNvSpPr/>
            <p:nvPr/>
          </p:nvSpPr>
          <p:spPr>
            <a:xfrm>
              <a:off x="4985872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Ellipse 12"/>
            <p:cNvSpPr/>
            <p:nvPr/>
          </p:nvSpPr>
          <p:spPr>
            <a:xfrm>
              <a:off x="633821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" name="Roundrect 3"/>
          <p:cNvSpPr/>
          <p:nvPr/>
        </p:nvSpPr>
        <p:spPr>
          <a:xfrm>
            <a:off x="8005619" y="1219885"/>
            <a:ext cx="3789756" cy="3199712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282563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282563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282563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8282563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8282563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732204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108202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278741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4507383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oundrect 24"/>
          <p:cNvSpPr/>
          <p:nvPr/>
        </p:nvSpPr>
        <p:spPr>
          <a:xfrm>
            <a:off x="6241925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3100801" y="104853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8807298" y="1048533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2853009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287636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6" name="asset-sheet separated laptop person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111422" y="1862081"/>
            <a:ext cx="458902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2495068" y="1887492"/>
            <a:ext cx="423533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3868868" y="1880301"/>
            <a:ext cx="415417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5156723" y="1865725"/>
            <a:ext cx="488427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6534304" y="1880301"/>
            <a:ext cx="437988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595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595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595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595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84595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863705" y="4354473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1235074" y="5757067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2958685" y="5757067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4640116" y="5748721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6439533" y="5760744"/>
            <a:ext cx="327960" cy="29152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468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7152108" y="55979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8" name="TextBox 58"/>
          <p:cNvSpPr txBox="1"/>
          <p:nvPr/>
        </p:nvSpPr>
        <p:spPr>
          <a:xfrm>
            <a:off x="3326729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986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4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2027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1041944" y="2835028"/>
            <a:ext cx="104218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en-US" altLang="zh-CN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真实需求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93866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5226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记录未解决或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处理不佳的需求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64008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9097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定位知识、规则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或流程缺口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32119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511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完善数据资产、口径、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规则和案例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45989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30022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验证效果，沉淀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经验并复用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62378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</a:t>
            </a:r>
            <a:r>
              <a:rPr lang="zh-CN" altLang="en-US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数据资产</a:t>
            </a:r>
            <a:endParaRPr lang="zh-CN" sz="1650" dirty="0"/>
          </a:p>
        </p:txBody>
      </p:sp>
      <p:sp>
        <p:nvSpPr>
          <p:cNvPr id="71" name="TextBox 71"/>
          <p:cNvSpPr txBox="1"/>
          <p:nvPr/>
        </p:nvSpPr>
        <p:spPr>
          <a:xfrm>
            <a:off x="8399171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450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450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450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450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450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3122665" y="3582048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逐步扩大应用范围</a:t>
            </a:r>
            <a:endParaRPr 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89316" y="3915919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在首批4人试用基础上，根据实际使用效果逐步扩大试用范围，推动AI辅助取数从小范围验证走向团队应用</a:t>
            </a:r>
            <a:endParaRPr lang="zh-CN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793847" y="4830061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4人试用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31110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首批试用验证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2616383" y="4830061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持续优化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232921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迭代更新能力底座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331348" y="4830061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扩大试用范围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4296970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更多人员参与验证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6129445" y="4830061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团队推广应用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6001108" y="5067859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能力复制，全面应用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393312" y="5639401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lang="zh-CN" sz="1480" dirty="0"/>
          </a:p>
          <a:p>
            <a:pPr algn="l"/>
            <a:r>
              <a:rPr lang="zh-CN" sz="148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</a:t>
            </a:r>
            <a:endParaRPr lang="zh-CN" sz="1480" dirty="0"/>
          </a:p>
        </p:txBody>
      </p:sp>
      <p:sp>
        <p:nvSpPr>
          <p:cNvPr id="88" name="TextBox 88"/>
          <p:cNvSpPr txBox="1"/>
          <p:nvPr/>
        </p:nvSpPr>
        <p:spPr>
          <a:xfrm>
            <a:off x="1606763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使用验证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1606763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真实需求验证效果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330486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问题发现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330486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识别未解决问题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500296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能力更新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00296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补充知识和规则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681767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再次验证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17677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验证效果并沉淀复用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8158667" y="4941259"/>
            <a:ext cx="3534676" cy="1377430"/>
            <a:chOff x="8260699" y="5240066"/>
            <a:chExt cx="3534676" cy="1377430"/>
          </a:xfrm>
        </p:grpSpPr>
        <p:sp>
          <p:nvSpPr>
            <p:cNvPr id="5" name="Roundrect 5"/>
            <p:cNvSpPr/>
            <p:nvPr/>
          </p:nvSpPr>
          <p:spPr>
            <a:xfrm>
              <a:off x="8260699" y="5240066"/>
              <a:ext cx="3534676" cy="1377430"/>
            </a:xfrm>
            <a:prstGeom prst="roundRect">
              <a:avLst>
                <a:gd name="adj" fmla="val 8466"/>
              </a:avLst>
            </a:prstGeom>
            <a:solidFill>
              <a:srgbClr val="FFFFFF"/>
            </a:solidFill>
            <a:ln w="15240">
              <a:solidFill>
                <a:srgbClr val="F3B3B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4" name="asset-sheet separated trophy pictogram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8530355" y="5575313"/>
              <a:ext cx="546599" cy="510159"/>
            </a:xfrm>
            <a:prstGeom prst="rect">
              <a:avLst/>
            </a:prstGeom>
          </p:spPr>
        </p:pic>
        <p:sp>
          <p:nvSpPr>
            <p:cNvPr id="96" name="TextBox 96"/>
            <p:cNvSpPr txBox="1"/>
            <p:nvPr/>
          </p:nvSpPr>
          <p:spPr>
            <a:xfrm>
              <a:off x="9171698" y="5524298"/>
              <a:ext cx="2113518" cy="233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000" b="1">
                  <a:solidFill>
                    <a:srgbClr val="11111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通过真实需求不断反哺能力建设，</a:t>
              </a:r>
              <a:endParaRPr lang="zh-CN" sz="10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71698" y="5837681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1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让AI在使用中持续学习、</a:t>
              </a:r>
              <a:endParaRPr lang="zh-CN" sz="141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171698" y="6151065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8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持续完善、持续提升！</a:t>
              </a:r>
              <a:endParaRPr lang="zh-CN" sz="148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2551772" y="4241165"/>
            <a:ext cx="655919" cy="605155"/>
            <a:chOff x="3125384" y="4255741"/>
            <a:chExt cx="655919" cy="605155"/>
          </a:xfrm>
        </p:grpSpPr>
        <p:sp>
          <p:nvSpPr>
            <p:cNvPr id="105" name="Ellipse 17"/>
            <p:cNvSpPr/>
            <p:nvPr/>
          </p:nvSpPr>
          <p:spPr>
            <a:xfrm>
              <a:off x="3125384" y="425574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7" name="asset-sheet separated gear pictogram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272743" y="4377328"/>
              <a:ext cx="347725" cy="346424"/>
            </a:xfrm>
            <a:prstGeom prst="rect">
              <a:avLst/>
            </a:prstGeom>
          </p:spPr>
        </p:pic>
      </p:grpSp>
      <p:grpSp>
        <p:nvGrpSpPr>
          <p:cNvPr id="110" name="组合 109"/>
          <p:cNvGrpSpPr/>
          <p:nvPr/>
        </p:nvGrpSpPr>
        <p:grpSpPr>
          <a:xfrm>
            <a:off x="4371340" y="4215726"/>
            <a:ext cx="655919" cy="605155"/>
            <a:chOff x="4376200" y="4234071"/>
            <a:chExt cx="655919" cy="605155"/>
          </a:xfrm>
        </p:grpSpPr>
        <p:sp>
          <p:nvSpPr>
            <p:cNvPr id="108" name="Ellipse 17"/>
            <p:cNvSpPr/>
            <p:nvPr/>
          </p:nvSpPr>
          <p:spPr>
            <a:xfrm>
              <a:off x="4376200" y="423407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8" name="asset-sheet separated people pictogram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4530580" y="4352981"/>
              <a:ext cx="392219" cy="364400"/>
            </a:xfrm>
            <a:prstGeom prst="rect">
              <a:avLst/>
            </a:prstGeom>
          </p:spPr>
        </p:pic>
      </p:grpSp>
      <p:grpSp>
        <p:nvGrpSpPr>
          <p:cNvPr id="114" name="组合 113"/>
          <p:cNvGrpSpPr/>
          <p:nvPr/>
        </p:nvGrpSpPr>
        <p:grpSpPr>
          <a:xfrm>
            <a:off x="6190909" y="4164961"/>
            <a:ext cx="655919" cy="605155"/>
            <a:chOff x="6206344" y="4117019"/>
            <a:chExt cx="655919" cy="605155"/>
          </a:xfrm>
        </p:grpSpPr>
        <p:sp>
          <p:nvSpPr>
            <p:cNvPr id="112" name="Ellipse 17"/>
            <p:cNvSpPr/>
            <p:nvPr/>
          </p:nvSpPr>
          <p:spPr>
            <a:xfrm>
              <a:off x="6206344" y="4117019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9" name="asset-sheet separated rising chart pictogram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6350667" y="4205171"/>
              <a:ext cx="308967" cy="364400"/>
            </a:xfrm>
            <a:prstGeom prst="rect">
              <a:avLst/>
            </a:prstGeom>
          </p:spPr>
        </p:pic>
      </p:grpSp>
      <p:sp>
        <p:nvSpPr>
          <p:cNvPr id="118" name="标题 1"/>
          <p:cNvSpPr txBox="1">
            <a:spLocks noChangeArrowheads="1"/>
          </p:cNvSpPr>
          <p:nvPr/>
        </p:nvSpPr>
        <p:spPr>
          <a:xfrm>
            <a:off x="32175" y="159462"/>
            <a:ext cx="12186285" cy="765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C00000"/>
                </a:solidFill>
                <a:cs typeface="微软雅黑" panose="020B0503020204020204" pitchFamily="34" charset="-122"/>
              </a:rPr>
              <a:t>五、未来能力进化：</a:t>
            </a:r>
            <a:r>
              <a:rPr lang="zh-CN" altLang="zh-CN" sz="2400" b="1" dirty="0">
                <a:solidFill>
                  <a:srgbClr val="111111"/>
                </a:solidFill>
                <a:cs typeface="微软雅黑" panose="020B0503020204020204" pitchFamily="34" charset="-122"/>
              </a:rPr>
              <a:t>边用边更新，推动AI取数能力</a:t>
            </a:r>
            <a:r>
              <a:rPr lang="zh-CN" altLang="en-US" sz="2400" b="1" dirty="0">
                <a:solidFill>
                  <a:srgbClr val="C00000"/>
                </a:solidFill>
                <a:cs typeface="微软雅黑" panose="020B0503020204020204" pitchFamily="34" charset="-122"/>
              </a:rPr>
              <a:t>持续提升</a:t>
            </a:r>
            <a:endParaRPr lang="en-US" altLang="zh-CN" sz="2400" dirty="0">
              <a:solidFill>
                <a:srgbClr val="FF0000"/>
              </a:solidFill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>
            <a:alpha val="17000"/>
          </a:srgb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1302</Words>
  <Application>Microsoft Office PowerPoint</Application>
  <PresentationFormat>宽屏</PresentationFormat>
  <Paragraphs>206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PingFang SC</vt:lpstr>
      <vt:lpstr>等线</vt:lpstr>
      <vt:lpstr>黑体</vt:lpstr>
      <vt:lpstr>华文楷体</vt:lpstr>
      <vt:lpstr>思源黑体 CN Bold</vt:lpstr>
      <vt:lpstr>微软雅黑</vt:lpstr>
      <vt:lpstr>Arial</vt:lpstr>
      <vt:lpstr>Calibri</vt:lpstr>
      <vt:lpstr>Wingdings</vt:lpstr>
      <vt:lpstr>Office 主题</vt:lpstr>
      <vt:lpstr>Office 主题</vt:lpstr>
      <vt:lpstr>PowerPoint 演示文稿</vt:lpstr>
      <vt:lpstr>一、建设背景：基于数据字典，探索AI取数应用场景</vt:lpstr>
      <vt:lpstr>二、模式变化：从人工取数到AI取数</vt:lpstr>
      <vt:lpstr>三、阶段成果（1/3）：6月底，AI取数能力已具备雏形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小波 谢</cp:lastModifiedBy>
  <cp:revision>560</cp:revision>
  <dcterms:created xsi:type="dcterms:W3CDTF">2026-07-13T15:31:00Z</dcterms:created>
  <dcterms:modified xsi:type="dcterms:W3CDTF">2026-07-15T11:03:18Z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757EF8A7CC1D4283A730404E5E55C2BA_13</vt:lpwstr>
  </property>
  <property fmtid="{D5CDD505-2E9C-101B-9397-08002B2CF9AE}" pid="3" name="KSOProductBuildVer">
    <vt:lpwstr>2052-12.1.0.26895</vt:lpwstr>
  </property>
</Properties>
</file>