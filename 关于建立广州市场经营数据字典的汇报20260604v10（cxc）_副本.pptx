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13"/>
  </p:handoutMasterIdLst>
  <p:sldIdLst>
    <p:sldId id="256" r:id="rId4"/>
    <p:sldId id="3086" r:id="rId6"/>
    <p:sldId id="3092" r:id="rId7"/>
    <p:sldId id="3093" r:id="rId8"/>
    <p:sldId id="3091" r:id="rId9"/>
    <p:sldId id="3095" r:id="rId10"/>
    <p:sldId id="3096" r:id="rId11"/>
    <p:sldId id="327" r:id="rId12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6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illbert" initials="g" lastIdx="1" clrIdx="0"/>
  <p:cmAuthor id="1319" name="10226012" initials="1" lastIdx="0" clrIdx="1318"/>
  <p:cmAuthor id="1" name="liyuf" initials="l" lastIdx="1" clrIdx="0"/>
  <p:cmAuthor id="1320" name="10045395" initials="1" lastIdx="0" clrIdx="1319"/>
  <p:cmAuthor id="2" name="作者" initials="A" lastIdx="0" clrIdx="1"/>
  <p:cmAuthor id="1321" name="10243946" initials="1" lastIdx="0" clrIdx="1320"/>
  <p:cmAuthor id="3" name="Cyan Bu" initials="CB" lastIdx="1" clrIdx="2"/>
  <p:cmAuthor id="1322" name="10240144" initials="1" lastIdx="0" clrIdx="1321"/>
  <p:cmAuthor id="4" name="Joker" initials="J" lastIdx="1" clrIdx="3"/>
  <p:cmAuthor id="1323" name="wangsuyu" initials="w" lastIdx="0" clrIdx="1322"/>
  <p:cmAuthor id="5" name="Administrator" initials="A" lastIdx="0" clrIdx="0"/>
  <p:cmAuthor id="1324" name="86150" initials="8" lastIdx="0" clrIdx="1323"/>
  <p:cmAuthor id="6" name="chen feng" initials="cf" lastIdx="1" clrIdx="2"/>
  <p:cmAuthor id="1325" name="qdrenyx" initials="q" lastIdx="0" clrIdx="1324"/>
  <p:cmAuthor id="7" name="zhang" initials="z" lastIdx="1" clrIdx="6"/>
  <p:cmAuthor id="1326" name="峰哥" initials="峰" lastIdx="0" clrIdx="1325"/>
  <p:cmAuthor id="8" name="sz" initials="s" lastIdx="3" clrIdx="4"/>
  <p:cmAuthor id="1327" name="sunyi" initials="s" lastIdx="0" clrIdx="1326"/>
  <p:cmAuthor id="9" name="微软用户" initials="微" lastIdx="0" clrIdx="0"/>
  <p:cmAuthor id="1328" name="wangweenie" initials="w" lastIdx="0" clrIdx="1327"/>
  <p:cmAuthor id="10" name="熊先奎10009191" initials="熊" lastIdx="1" clrIdx="9"/>
  <p:cmAuthor id="1329" name="liu jane" initials="l" lastIdx="0" clrIdx="1328"/>
  <p:cmAuthor id="11" name="郭凯" initials="郭" lastIdx="1" clrIdx="10"/>
  <p:cmAuthor id="1330" name="张蓝茜" initials="张" lastIdx="0" clrIdx="1329"/>
  <p:cmAuthor id="12" name="lisa" initials="l" lastIdx="2" clrIdx="17"/>
  <p:cmAuthor id="1331" name="上官 雅瞳" initials="上" lastIdx="0" clrIdx="1330"/>
  <p:cmAuthor id="13" name="李岩（IT）" initials="李" lastIdx="2" clrIdx="13"/>
  <p:cmAuthor id="1332" name="lijh145" initials="l" lastIdx="0" clrIdx="1331"/>
  <p:cmAuthor id="14" name="13686" initials="1" lastIdx="1" clrIdx="14"/>
  <p:cmAuthor id="1333" name="朱光耀" initials="朱" lastIdx="0" clrIdx="1332"/>
  <p:cmAuthor id="15" name="周辉" initials="周" lastIdx="1" clrIdx="15"/>
  <p:cmAuthor id="1334" name="鲁守吉" initials="鲁" lastIdx="0" clrIdx="1333"/>
  <p:cmAuthor id="16" name="yanhexin" initials="y" lastIdx="1" clrIdx="18"/>
  <p:cmAuthor id="1335" name="金海燕" initials="金" lastIdx="0" clrIdx="1334"/>
  <p:cmAuthor id="17" name="sunyufang" initials="s" lastIdx="1" clrIdx="21"/>
  <p:cmAuthor id="1336" name="SDTAGX008" initials="S" lastIdx="0" clrIdx="1335"/>
  <p:cmAuthor id="18" name="MicroSoft" initials="M" lastIdx="1" clrIdx="22"/>
  <p:cmAuthor id="1337" name="Achex" initials="A" lastIdx="0" clrIdx="1336"/>
  <p:cmAuthor id="19" name="孟伟伟" initials="孟" lastIdx="1" clrIdx="15"/>
  <p:cmAuthor id="1338" name="Wang Sisi" initials="W" lastIdx="0" clrIdx="1337"/>
  <p:cmAuthor id="20" name="86137" initials="8" lastIdx="1" clrIdx="19"/>
  <p:cmAuthor id="1339" name="Zhang, Teresa-Y" initials="Z" lastIdx="0" clrIdx="1338"/>
  <p:cmAuthor id="21" name="李蕾00009994" initials="李蕾00009994" lastIdx="6" clrIdx="17"/>
  <p:cmAuthor id="1340" name="沈奂" initials="沈奂" lastIdx="0" clrIdx="1339"/>
  <p:cmAuthor id="22" name="Saku Uchikawa" initials="S" lastIdx="11" clrIdx="0"/>
  <p:cmAuthor id="1341" name="lih32" initials="l" lastIdx="0" clrIdx="1340"/>
  <p:cmAuthor id="23" name="蔡建楠" initials="caijianna" lastIdx="15" clrIdx="17"/>
  <p:cmAuthor id="1342" name="Modle" initials="M" lastIdx="0" clrIdx="1341"/>
  <p:cmAuthor id="24" name="光善军" initials="光" lastIdx="1" clrIdx="0"/>
  <p:cmAuthor id="1343" name="77192" initials="7" lastIdx="0" clrIdx="1342"/>
  <p:cmAuthor id="25" name="wyz" initials="w" lastIdx="1" clrIdx="24"/>
  <p:cmAuthor id="1344" name="qhb" initials="q" lastIdx="0" clrIdx="1343"/>
  <p:cmAuthor id="26" name="Hou Yingfeng" initials="H" lastIdx="10" clrIdx="23"/>
  <p:cmAuthor id="1345" name="大勇哥" initials="大" lastIdx="0" clrIdx="1344"/>
  <p:cmAuthor id="27" name="10056791" initials="ZTE" lastIdx="1" clrIdx="29"/>
  <p:cmAuthor id="1346" name="窦隆玲" initials="窦" lastIdx="0" clrIdx="1345"/>
  <p:cmAuthor id="28" name="Author" initials="A" lastIdx="0" clrIdx="30"/>
  <p:cmAuthor id="1347" name="one" initials="o" lastIdx="0" clrIdx="1346"/>
  <p:cmAuthor id="29" name="wu alice" initials="w" lastIdx="2" clrIdx="0"/>
  <p:cmAuthor id="1348" name="万 江波" initials="万" lastIdx="0" clrIdx="1347"/>
  <p:cmAuthor id="30" name="610007" initials="6" lastIdx="0" clrIdx="32"/>
  <p:cmAuthor id="1349" name="l" initials="l" lastIdx="0" clrIdx="1348"/>
  <p:cmAuthor id="31" name="Deanna Schuler (Bookey Consulting)" initials="D" lastIdx="2" clrIdx="0"/>
  <p:cmAuthor id="1350" name="史 喜英" initials="史" lastIdx="0" clrIdx="1349"/>
  <p:cmAuthor id="32" name="Li, Siyu" initials="L" lastIdx="12" clrIdx="1"/>
  <p:cmAuthor id="1351" name="MY" initials="M" lastIdx="0" clrIdx="1350"/>
  <p:cmAuthor id="33" name="PC" initials="P" lastIdx="4" clrIdx="0"/>
  <p:cmAuthor id="1352" name="寳" initials="寳" lastIdx="0" clrIdx="1351"/>
  <p:cmAuthor id="34" name="ZhangXiaoMin" initials="Z" lastIdx="1" clrIdx="1"/>
  <p:cmAuthor id="1353" name="郑雅欣---寿险总公司营销市场部" initials="郑" lastIdx="0" clrIdx="1352"/>
  <p:cmAuthor id="35" name="廖麗華" initials="廖" lastIdx="1" clrIdx="0"/>
  <p:cmAuthor id="1354" name="JS-NT-HA" initials="J" lastIdx="0" clrIdx="1353"/>
  <p:cmAuthor id="36" name="Microsoft Office 用户" initials="M" lastIdx="1" clrIdx="3"/>
  <p:cmAuthor id="1355" name="miao zhang" initials="m" lastIdx="0" clrIdx="1354"/>
  <p:cmAuthor id="37" name="cui yun" initials="cy" lastIdx="1" clrIdx="22"/>
  <p:cmAuthor id="1356" name="郭文侠" initials="郭" lastIdx="0" clrIdx="1355"/>
  <p:cmAuthor id="38" name="凯 毛" initials="凯" lastIdx="1" clrIdx="85"/>
  <p:cmAuthor id="1357" name="阳 焦" initials="阳" lastIdx="0" clrIdx="1356"/>
  <p:cmAuthor id="39" name="qihua-DCMS" initials="q" lastIdx="0" clrIdx="0"/>
  <p:cmAuthor id="1358" name="续晓婧" initials="续" lastIdx="0" clrIdx="1357"/>
  <p:cmAuthor id="40" name="YUMINGNJ" initials="Y" lastIdx="3" clrIdx="0"/>
  <p:cmAuthor id="1359" name="崔阳阳" initials="崔" lastIdx="0" clrIdx="1358"/>
  <p:cmAuthor id="41" name="daphne" initials="d" lastIdx="1" clrIdx="0"/>
  <p:cmAuthor id="1360" name="Lee Melo" initials="L" lastIdx="0" clrIdx="1359"/>
  <p:cmAuthor id="42" name="许 志军" initials="许" lastIdx="1" clrIdx="25"/>
  <p:cmAuthor id="1361" name="运营" initials="运" lastIdx="0" clrIdx="1360"/>
  <p:cmAuthor id="43" name="欧 志芳" initials="欧" lastIdx="1" clrIdx="26"/>
  <p:cmAuthor id="1362" name="13954" initials="1" lastIdx="0" clrIdx="1361"/>
  <p:cmAuthor id="44" name="yuanzh" initials="y" lastIdx="1" clrIdx="1"/>
  <p:cmAuthor id="1363" name="徐晓丽" initials="徐" lastIdx="0" clrIdx="1362"/>
  <p:cmAuthor id="45" name="曾红" initials="曾" lastIdx="0" clrIdx="0"/>
  <p:cmAuthor id="1364" name="戴方方" initials="戴" lastIdx="0" clrIdx="1363"/>
  <p:cmAuthor id="46" name="mm" initials="m" lastIdx="1" clrIdx="0"/>
  <p:cmAuthor id="1365" name="陈 明东" initials="陈" lastIdx="0" clrIdx="1364"/>
  <p:cmAuthor id="47" name="周宏達JerryChou" initials="周" lastIdx="6" clrIdx="2"/>
  <p:cmAuthor id="1366" name="office user" initials="o" lastIdx="0" clrIdx="1365"/>
  <p:cmAuthor id="48" name="hl sun" initials="h" lastIdx="1" clrIdx="0"/>
  <p:cmAuthor id="1367" name="office365" initials="o" lastIdx="0" clrIdx="1366"/>
  <p:cmAuthor id="49" name="朱晓瑜" initials="朱" lastIdx="54" clrIdx="0"/>
  <p:cmAuthor id="1368" name="甄 建文" initials="甄" lastIdx="0" clrIdx="1367"/>
  <p:cmAuthor id="50" name="張秀娟" initials="張" lastIdx="1" clrIdx="2"/>
  <p:cmAuthor id="1369" name="柯珂" initials="柯" lastIdx="0" clrIdx="1368"/>
  <p:cmAuthor id="51" name="未知的使用者11" initials="未" lastIdx="0" clrIdx="1"/>
  <p:cmAuthor id="1370" name="WPS_1620655604" initials="W" lastIdx="0" clrIdx="1369"/>
  <p:cmAuthor id="52" name="唐可欣" initials="唐" lastIdx="1" clrIdx="0"/>
  <p:cmAuthor id="1371" name="小角色" initials="小" lastIdx="0" clrIdx="1370"/>
  <p:cmAuthor id="53" name="王鹏凯" initials="王" lastIdx="1" clrIdx="0"/>
  <p:cmAuthor id="1372" name="阳朔" initials="阳" lastIdx="0" clrIdx="1371"/>
  <p:cmAuthor id="54" name="不明使用者20" initials="不" lastIdx="1" clrIdx="0"/>
  <p:cmAuthor id="1373" name="dezye-肖" initials="d" lastIdx="0" clrIdx="1372"/>
  <p:cmAuthor id="55" name="jet" initials="j" lastIdx="1" clrIdx="0"/>
  <p:cmAuthor id="1374" name="Sunny" initials="S" lastIdx="0" clrIdx="1373"/>
  <p:cmAuthor id="56" name="clinchen" initials="c" lastIdx="0" clrIdx="1"/>
  <p:cmAuthor id="1375" name="完能" initials="完" lastIdx="0" clrIdx="1374"/>
  <p:cmAuthor id="57" name="Evonlin" initials="E" lastIdx="2" clrIdx="2"/>
  <p:cmAuthor id="1376" name="老头王" initials="老" lastIdx="0" clrIdx="1375"/>
  <p:cmAuthor id="58" name="未知的使用者24" initials="未" lastIdx="1" clrIdx="0"/>
  <p:cmAuthor id="1377" name="短发Jessica" initials="短" lastIdx="0" clrIdx="1376"/>
  <p:cmAuthor id="59" name="未知的使用者25" initials="未" lastIdx="3" clrIdx="1"/>
  <p:cmAuthor id="1378" name="樣樣汢荳" initials="樣" lastIdx="0" clrIdx="1377"/>
  <p:cmAuthor id="60" name="未知的使用者26" initials="未" lastIdx="1" clrIdx="1"/>
  <p:cmAuthor id="1379" name="方芳芳" initials="方" lastIdx="0" clrIdx="1378"/>
  <p:cmAuthor id="61" name="Charlotte" initials="C" lastIdx="1" clrIdx="60"/>
  <p:cmAuthor id="1380" name="无 游客" initials="无" lastIdx="0" clrIdx="1379"/>
  <p:cmAuthor id="1381" name="lijq" initials="l" lastIdx="0" clrIdx="1380"/>
  <p:cmAuthor id="63" name="未知用户5" initials="未" lastIdx="1" clrIdx="0"/>
  <p:cmAuthor id="1382" name="August" initials="A" lastIdx="0" clrIdx="1381"/>
  <p:cmAuthor id="1383" name="J J" initials="J" lastIdx="0" clrIdx="1382"/>
  <p:cmAuthor id="1384" name="方贤斌" initials="u" lastIdx="0" clrIdx="1383"/>
  <p:cmAuthor id="66" name="未知用户8" initials="未" lastIdx="1" clrIdx="0"/>
  <p:cmAuthor id="1385" name="彭 治港" initials="彭" lastIdx="0" clrIdx="1384"/>
  <p:cmAuthor id="67" name="Unknown User7" initials="U" lastIdx="1" clrIdx="0"/>
  <p:cmAuthor id="1386" name="Yuan Hu" initials="Y" lastIdx="0" clrIdx="1385"/>
  <p:cmAuthor id="68" name="Unknown User8" initials="U" lastIdx="1" clrIdx="0"/>
  <p:cmAuthor id="1387" name="Ying Li" initials="Y" lastIdx="0" clrIdx="1386"/>
  <p:cmAuthor id="69" name="未知用户15" initials="未" lastIdx="1" clrIdx="0"/>
  <p:cmAuthor id="1388" name="徐光宇" initials="徐" lastIdx="0" clrIdx="1387"/>
  <p:cmAuthor id="70" name="未知用户13" initials="未" lastIdx="1" clrIdx="0"/>
  <p:cmAuthor id="1389" name="孙大威" initials="孙" lastIdx="0" clrIdx="1388"/>
  <p:cmAuthor id="71" name="未知用户14" initials="未" lastIdx="1" clrIdx="0"/>
  <p:cmAuthor id="1390" name="王景红" initials="王" lastIdx="0" clrIdx="1389"/>
  <p:cmAuthor id="72" name="Jason Wang" initials="J" lastIdx="1" clrIdx="0"/>
  <p:cmAuthor id="1391" name="Changing Zhuang" initials="C" lastIdx="0" clrIdx="1390"/>
  <p:cmAuthor id="73" name="未知的使用者3" initials="未" lastIdx="0" clrIdx="1"/>
  <p:cmAuthor id="1392" name="奋斗" initials="奋" lastIdx="0" clrIdx="1391"/>
  <p:cmAuthor id="74" name="qiantong" initials="q" lastIdx="3" clrIdx="1"/>
  <p:cmAuthor id="1393" name="对我好的人" initials="" lastIdx="0" clrIdx="1392"/>
  <p:cmAuthor id="75" name="116304" initials="1" lastIdx="1" clrIdx="1"/>
  <p:cmAuthor id="1394" name="梁飞鸿" initials="梁" lastIdx="0" clrIdx="1393"/>
  <p:cmAuthor id="76" name="mi" initials="m" lastIdx="1" clrIdx="26"/>
  <p:cmAuthor id="1395" name="刘盛权" initials="刘" lastIdx="0" clrIdx="1394"/>
  <p:cmAuthor id="77" name="Li Guoliang" initials="LG" lastIdx="1" clrIdx="26"/>
  <p:cmAuthor id="78" name="zhong zhong" initials="zz" lastIdx="8" clrIdx="27"/>
  <p:cmAuthor id="1397" name="小宝" initials="小" lastIdx="0" clrIdx="1396"/>
  <p:cmAuthor id="79" name="郑 秀晶" initials="郑" lastIdx="1" clrIdx="86"/>
  <p:cmAuthor id="1398" name="闫秀丽" initials="闫" lastIdx="0" clrIdx="1397"/>
  <p:cmAuthor id="80" name="周姣" initials="1" lastIdx="1" clrIdx="35"/>
  <p:cmAuthor id="1399" name="10311315" initials="1" lastIdx="0" clrIdx="1398"/>
  <p:cmAuthor id="81" name="未知的使用者53" initials="未" lastIdx="1" clrIdx="0"/>
  <p:cmAuthor id="1400" name="10038422" initials="1" lastIdx="0" clrIdx="1399"/>
  <p:cmAuthor id="82" name="未知的使用者46" initials="未" lastIdx="1" clrIdx="1"/>
  <p:cmAuthor id="1401" name="未知用户359" initials="未" lastIdx="0" clrIdx="1400"/>
  <p:cmAuthor id="83" name="王林10186938" initials="王林10186938" lastIdx="1" clrIdx="41"/>
  <p:cmAuthor id="1402" name="未知用户364" initials="未" lastIdx="0" clrIdx="1401"/>
  <p:cmAuthor id="84" name="LiuHui" initials="" lastIdx="1" clrIdx="0"/>
  <p:cmAuthor id="1403" name="源 王" initials="源王" lastIdx="0" clrIdx="1402"/>
  <p:cmAuthor id="85" name="未知用户16" initials="未" lastIdx="1" clrIdx="0"/>
  <p:cmAuthor id="1404" name="未知用户307" initials="未" lastIdx="0" clrIdx="1403"/>
  <p:cmAuthor id="86" name="未知用户17" initials="未" lastIdx="0" clrIdx="1"/>
  <p:cmAuthor id="1405" name="未知用户400" initials="未" lastIdx="0" clrIdx="1404"/>
  <p:cmAuthor id="87" name="未知用户104" initials="" lastIdx="1" clrIdx="0"/>
  <p:cmAuthor id="1406" name="未知用户308" initials="未" lastIdx="0" clrIdx="1405"/>
  <p:cmAuthor id="88" name="liupeng" initials="l" lastIdx="1" clrIdx="1"/>
  <p:cmAuthor id="1407" name="YANGYU.ZJ" initials="Y" lastIdx="0" clrIdx="1406"/>
  <p:cmAuthor id="89" name="未知的使用者10" initials="" lastIdx="3" clrIdx="1"/>
  <p:cmAuthor id="1408" name="zhao jia" initials="zj" lastIdx="0" clrIdx="1407"/>
  <p:cmAuthor id="90" name="luxu" initials="l" lastIdx="22" clrIdx="0"/>
  <p:cmAuthor id="1409" name="亮虹 朱" initials="亮朱" lastIdx="0" clrIdx="1408"/>
  <p:cmAuthor id="91" name="吴军" initials="吴" lastIdx="1" clrIdx="0"/>
  <p:cmAuthor id="1410" name="无聊" initials="无" lastIdx="0" clrIdx="1409"/>
  <p:cmAuthor id="92" name="未知的使用者50" initials="未" lastIdx="1" clrIdx="0"/>
  <p:cmAuthor id="1411" name="杨俏" initials="杨" lastIdx="0" clrIdx="1410"/>
  <p:cmAuthor id="93" name="未知的使用者48" initials="未" lastIdx="1" clrIdx="0"/>
  <p:cmAuthor id="1412" name="小弦切切如私语" initials="小" lastIdx="0" clrIdx="1411"/>
  <p:cmAuthor id="94" name="未知的使用者49" initials="未" lastIdx="1" clrIdx="0"/>
  <p:cmAuthor id="1413" name="小郭" initials="小" lastIdx="0" clrIdx="1412"/>
  <p:cmAuthor id="95" name="未知用户22" initials="未" lastIdx="1" clrIdx="0"/>
  <p:cmAuthor id="1414" name="L先生" initials="L" lastIdx="0" clrIdx="1413"/>
  <p:cmAuthor id="96" name="未知用户24" initials="未" lastIdx="1" clrIdx="0"/>
  <p:cmAuthor id="1415" name="虞新颖_36fmV3QV" initials="authorId_321496044" lastIdx="0" clrIdx="1414"/>
  <p:cmAuthor id="97" name="Mary Feil-Jacobs" initials="M" lastIdx="43" clrIdx="1"/>
  <p:cmAuthor id="1416" name="huzhaoji" initials="h" lastIdx="0" clrIdx="1415"/>
  <p:cmAuthor id="1417" name="ning" initials="n" lastIdx="0" clrIdx="1416"/>
  <p:cmAuthor id="1418" name="mouse zz" initials="mz" lastIdx="0" clrIdx="1417"/>
  <p:cmAuthor id="100" name="djj" initials="d" lastIdx="2" clrIdx="0"/>
  <p:cmAuthor id="1419" name="王" initials="王" lastIdx="0" clrIdx="1418"/>
  <p:cmAuthor id="101" name="未知的使用者16" initials="" lastIdx="6" clrIdx="0"/>
  <p:cmAuthor id="1420" name="冰糖雪梨不加糖" initials="冰" lastIdx="0" clrIdx="1419"/>
  <p:cmAuthor id="102" name="lianghb" initials="l" lastIdx="19" clrIdx="0"/>
  <p:cmAuthor id="1421" name="longyamei-1" initials="l" lastIdx="0" clrIdx="1420"/>
  <p:cmAuthor id="103" name="Shawna Strickland" initials="S" lastIdx="2" clrIdx="0"/>
  <p:cmAuthor id="1422" name="liuff" initials="l" lastIdx="0" clrIdx="1421"/>
  <p:cmAuthor id="104" name="linyd" initials="l" lastIdx="3" clrIdx="1"/>
  <p:cmAuthor id="1423" name="8615305711863" initials="chenh.zj" lastIdx="0" clrIdx="1422"/>
  <p:cmAuthor id="105" name="Ashley Eberenz" initials="A" lastIdx="7" clrIdx="1"/>
  <p:cmAuthor id="1424" name="未知用户127" initials="未知用户127" lastIdx="0" clrIdx="1423"/>
  <p:cmAuthor id="106" name="muzi wei" initials="m" lastIdx="1" clrIdx="0"/>
  <p:cmAuthor id="1425" name="高飞" initials="高" lastIdx="0" clrIdx="1424"/>
  <p:cmAuthor id="107" name="周元元" initials="" lastIdx="5" clrIdx="0"/>
  <p:cmAuthor id="1426" name="xzb1" initials="x" lastIdx="0" clrIdx="1425"/>
  <p:cmAuthor id="108" name="未知用户56" initials="未" lastIdx="1" clrIdx="0"/>
  <p:cmAuthor id="1427" name="李若露" initials="1" lastIdx="0" clrIdx="1426"/>
  <p:cmAuthor id="109" name="未知用户55" initials="未" lastIdx="1" clrIdx="0"/>
  <p:cmAuthor id="1428" name="10088663" initials="1" lastIdx="0" clrIdx="1427"/>
  <p:cmAuthor id="110" name="未知用户51" initials="未" lastIdx="1" clrIdx="1"/>
  <p:cmAuthor id="1429" name="WPS_1601454473" initials="W" lastIdx="0" clrIdx="1428"/>
  <p:cmAuthor id="111" name="LeeElva" initials="L" lastIdx="1" clrIdx="0"/>
  <p:cmAuthor id="1430" name="王 一鸣" initials="王" lastIdx="0" clrIdx="1429"/>
  <p:cmAuthor id="1431" name="zgdx" initials="z" lastIdx="0" clrIdx="1430"/>
  <p:cmAuthor id="113" name="未知的使用者36" initials="未" lastIdx="10" clrIdx="0"/>
  <p:cmAuthor id="1432" name="潘大星" initials="潘" lastIdx="0" clrIdx="1431"/>
  <p:cmAuthor id="114" name="未知的使用者35" initials="未" lastIdx="1" clrIdx="0"/>
  <p:cmAuthor id="1433" name="fumiao" initials="f" lastIdx="0" clrIdx="1432"/>
  <p:cmAuthor id="115" name="未知的使用者33" initials="未" lastIdx="1" clrIdx="0"/>
  <p:cmAuthor id="1434" name="Ian Sharpe" initials="I" lastIdx="0" clrIdx="1433"/>
  <p:cmAuthor id="116" name="AbuSina" initials="" lastIdx="2" clrIdx="0"/>
  <p:cmAuthor id="1435" name="李昊" initials="山" lastIdx="0" clrIdx="1434"/>
  <p:cmAuthor id="117" name="未知的使用者34" initials="未" lastIdx="1" clrIdx="0"/>
  <p:cmAuthor id="1436" name="唐 赛" initials="唐" lastIdx="0" clrIdx="1435"/>
  <p:cmAuthor id="118" name="未知用户25" initials="未" lastIdx="1" clrIdx="0"/>
  <p:cmAuthor id="287643681" name="殷格非" initials="殷" lastIdx="2" clrIdx="0"/>
  <p:cmAuthor id="1437" name="朱江" initials="朱" lastIdx="0" clrIdx="1436"/>
  <p:cmAuthor id="119" name="未知用户28" initials="未" lastIdx="5" clrIdx="1"/>
  <p:cmAuthor id="287643682" name="z r" initials="zr" lastIdx="5" clrIdx="12"/>
  <p:cmAuthor id="1465062222" name="WPS_1672902273" initials="W" lastIdx="1" clrIdx="66"/>
  <p:cmAuthor id="1438" name="郝佳宁" initials="郝" lastIdx="0" clrIdx="1437"/>
  <p:cmAuthor id="120" name="未知用户27" initials="未" lastIdx="1" clrIdx="1"/>
  <p:cmAuthor id="287643683" name="8310" initials="8" lastIdx="1" clrIdx="35"/>
  <p:cmAuthor id="1439" name="王红信" initials="王" lastIdx="0" clrIdx="1438"/>
  <p:cmAuthor id="121" name="未知用户12" initials="未" lastIdx="8" clrIdx="0"/>
  <p:cmAuthor id="287643684" name="Aqf" initials="A" lastIdx="1" clrIdx="36"/>
  <p:cmAuthor id="1440" name="yanli yang" initials="yy" lastIdx="0" clrIdx="1439"/>
  <p:cmAuthor id="122" name="未知的使用者37" initials="未" lastIdx="8" clrIdx="0"/>
  <p:cmAuthor id="287643685" name="13709759491@139.com" initials="1" lastIdx="1" clrIdx="49"/>
  <p:cmAuthor id="1441" name="wingheart" initials="w" lastIdx="0" clrIdx="1440"/>
  <p:cmAuthor id="123" name="Harry xu" initials="H" lastIdx="1" clrIdx="0"/>
  <p:cmAuthor id="1442" name="m15975594403@163.com" initials="m" lastIdx="0" clrIdx="1441"/>
  <p:cmAuthor id="124" name="未知的使用者59" initials="未" lastIdx="8" clrIdx="0"/>
  <p:cmAuthor id="1443" name="xbany" initials="xb21cn" lastIdx="0" clrIdx="1442"/>
  <p:cmAuthor id="125" name="未知的使用者60" initials="未" lastIdx="1" clrIdx="0"/>
  <p:cmAuthor id="1444" name="q" initials="q" lastIdx="0" clrIdx="1443"/>
  <p:cmAuthor id="126" name="未知的使用者54" initials="未" lastIdx="1" clrIdx="0"/>
  <p:cmAuthor id="1445" name="任 亚乐" initials="任" lastIdx="0" clrIdx="1444"/>
  <p:cmAuthor id="127" name="未知用户47" initials="未" lastIdx="6" clrIdx="0"/>
  <p:cmAuthor id="1446" name="夏芷欣" initials="夏" lastIdx="0" clrIdx="1445"/>
  <p:cmAuthor id="128" name="未知用户53" initials="未" lastIdx="10" clrIdx="0"/>
  <p:cmAuthor id="1447" name="万 春羽" initials="万" lastIdx="0" clrIdx="1446"/>
  <p:cmAuthor id="129" name="未知用户48" initials="未" lastIdx="1" clrIdx="0"/>
  <p:cmAuthor id="1448" name="张心叶" initials="张心叶" lastIdx="0" clrIdx="1447"/>
  <p:cmAuthor id="130" name="未知用户49" initials="未" lastIdx="1" clrIdx="0"/>
  <p:cmAuthor id="1449" name="谢美娟00091379" initials="谢" lastIdx="0" clrIdx="1448"/>
  <p:cmAuthor id="131" name="未知的使用者56" initials="未" lastIdx="6" clrIdx="0"/>
  <p:cmAuthor id="1450" name="唐芸" initials="唐" lastIdx="0" clrIdx="1449"/>
  <p:cmAuthor id="132" name="未知的使用者61" initials="未" lastIdx="1" clrIdx="0"/>
  <p:cmAuthor id="1451" name="10039985" initials="1" lastIdx="0" clrIdx="1450"/>
  <p:cmAuthor id="133" name="未知的使用者62" initials="未" lastIdx="1" clrIdx="1"/>
  <p:cmAuthor id="1452" name="10223621" initials="1" lastIdx="0" clrIdx="1451"/>
  <p:cmAuthor id="134" name="未知的使用者58" initials="未" lastIdx="1" clrIdx="0"/>
  <p:cmAuthor id="1453" name="00001457" initials="0" lastIdx="0" clrIdx="1452"/>
  <p:cmAuthor id="135" name="未知用户50" initials="未" lastIdx="1" clrIdx="0"/>
  <p:cmAuthor id="1454" name="ZTE Zhou" initials="A" lastIdx="0" clrIdx="1453"/>
  <p:cmAuthor id="136" name="未知用户52" initials="未" lastIdx="1" clrIdx="0"/>
  <p:cmAuthor id="1455" name="MA YOU" initials="M" lastIdx="0" clrIdx="1454"/>
  <p:cmAuthor id="137" name="未知的使用者120" initials="未" lastIdx="1" clrIdx="0"/>
  <p:cmAuthor id="1456" name="Unknown User116" initials="U" lastIdx="0" clrIdx="1455"/>
  <p:cmAuthor id="138" name="未知的使用者109" initials="未" lastIdx="5" clrIdx="1"/>
  <p:cmAuthor id="1457" name="未知用户186" initials="未" lastIdx="0" clrIdx="1456"/>
  <p:cmAuthor id="139" name="未知的使用者110" initials="未" lastIdx="1" clrIdx="1"/>
  <p:cmAuthor id="1458" name="bu" initials="b" lastIdx="0" clrIdx="1457"/>
  <p:cmAuthor id="140" name="未知的使用者111" initials="未" lastIdx="1" clrIdx="0"/>
  <p:cmAuthor id="1459" name="周文_R7fau6bq" initials="authorId_265585642" lastIdx="0" clrIdx="1458"/>
  <p:cmAuthor id="141" name="未知的使用者121" initials="未" lastIdx="1" clrIdx="0"/>
  <p:cmAuthor id="1460" name="v-maiwanj" initials="v" lastIdx="0" clrIdx="1459"/>
  <p:cmAuthor id="142" name="thomas" initials="t" lastIdx="1" clrIdx="49"/>
  <p:cmAuthor id="1461" name="xuan" initials="x" lastIdx="0" clrIdx="1460"/>
  <p:cmAuthor id="143" name="未知的使用者113" initials="未" lastIdx="1" clrIdx="0"/>
  <p:cmAuthor id="1462" name="王旭" initials="王" lastIdx="0" clrIdx="1461"/>
  <p:cmAuthor id="144" name="未知的使用者122" initials="未" lastIdx="1" clrIdx="0"/>
  <p:cmAuthor id="1463" name="罗艺萌" initials="罗" lastIdx="0" clrIdx="1462"/>
  <p:cmAuthor id="145" name="未知的使用者123" initials="未" lastIdx="8" clrIdx="0"/>
  <p:cmAuthor id="1464" name="改变" initials="改" lastIdx="0" clrIdx="1463"/>
  <p:cmAuthor id="146" name="未知的使用者124" initials="未" lastIdx="8" clrIdx="0"/>
  <p:cmAuthor id="1465" name="skyblue2009" initials="s" lastIdx="0" clrIdx="1464"/>
  <p:cmAuthor id="147" name="未知的使用者125" initials="未" lastIdx="1" clrIdx="0"/>
  <p:cmAuthor id="1466" name="chenhx" initials="c" lastIdx="0" clrIdx="1465"/>
  <p:cmAuthor id="148" name="未知的使用者118" initials="未" lastIdx="1" clrIdx="0"/>
  <p:cmAuthor id="1467" name="李强" initials="A" lastIdx="0" clrIdx="1466"/>
  <p:cmAuthor id="149" name="未知的使用者126" initials="未" lastIdx="1" clrIdx="0"/>
  <p:cmAuthor id="1468" name="李靖媛|lijingyuan1" initials="李" lastIdx="0" clrIdx="1467"/>
  <p:cmAuthor id="210492765" name="施普希（菜菜）" initials="施" lastIdx="0" clrIdx="0"/>
  <p:cmAuthor id="1469" name="曹劲然" initials="曹" lastIdx="0" clrIdx="1468"/>
  <p:cmAuthor id="150" name="未知用户57" initials="未" lastIdx="1" clrIdx="0"/>
  <p:cmAuthor id="210492766" name="yu 1" initials="y1" lastIdx="1" clrIdx="19"/>
  <p:cmAuthor id="1470" name="桃豆豆" initials="桃" lastIdx="0" clrIdx="1469"/>
  <p:cmAuthor id="151" name="未知用户58" initials="未" lastIdx="5" clrIdx="1"/>
  <p:cmAuthor id="152" name="未知用户59" initials="未" lastIdx="0" clrIdx="1"/>
  <p:cmAuthor id="1471" name="张晶" initials="张" lastIdx="0" clrIdx="1470"/>
  <p:cmAuthor id="153" name="yuexuejun" initials="y" lastIdx="3" clrIdx="0"/>
  <p:cmAuthor id="1472" name="董星星" initials="董" lastIdx="0" clrIdx="1471"/>
  <p:cmAuthor id="154" name="未知的使用者74" initials="未" lastIdx="8" clrIdx="0"/>
  <p:cmAuthor id="1473" name=" -AgI" initials=" " lastIdx="0" clrIdx="1472"/>
  <p:cmAuthor id="155" name="未知的使用者76" initials="未" lastIdx="1" clrIdx="0"/>
  <p:cmAuthor id="1474" name="段江" initials="段" lastIdx="0" clrIdx="1473"/>
  <p:cmAuthor id="156" name="未知的使用者70" initials="未" lastIdx="1" clrIdx="0"/>
  <p:cmAuthor id="1475" name="王凯" initials="王" lastIdx="0" clrIdx="1474"/>
  <p:cmAuthor id="157" name="未知的使用者73" initials="未" lastIdx="1" clrIdx="0"/>
  <p:cmAuthor id="1476" name="袖盈嘉茉" initials="袖" lastIdx="0" clrIdx="1475"/>
  <p:cmAuthor id="158" name="未知的使用者67" initials="未" lastIdx="8" clrIdx="0"/>
  <p:cmAuthor id="1477" name="等我有" initials="等" lastIdx="0" clrIdx="1476"/>
  <p:cmAuthor id="159" name="未知的使用者68" initials="未" lastIdx="1" clrIdx="0"/>
  <p:cmAuthor id="1478" name="泡泡" initials="泡" lastIdx="0" clrIdx="1477"/>
  <p:cmAuthor id="160" name="未知的使用者69" initials="未" lastIdx="1" clrIdx="0"/>
  <p:cmAuthor id="1479" name="小粟勺" initials="小" lastIdx="0" clrIdx="1478"/>
  <p:cmAuthor id="161" name="未知的使用者43" initials="未" lastIdx="1" clrIdx="0"/>
  <p:cmAuthor id="1480" name="月亮是我啃弯的" initials="月" lastIdx="0" clrIdx="1479"/>
  <p:cmAuthor id="162" name="未知的使用者40" initials="未" lastIdx="1" clrIdx="0"/>
  <p:cmAuthor id="1481" name="Hey！Judy" initials="H" lastIdx="0" clrIdx="1480"/>
  <p:cmAuthor id="163" name="未知的使用者55" initials="未" lastIdx="1" clrIdx="0"/>
  <p:cmAuthor id="1482" name="陆森" initials="陆" lastIdx="0" clrIdx="1481"/>
  <p:cmAuthor id="164" name="未知的使用者52" initials="未" lastIdx="1" clrIdx="1"/>
  <p:cmAuthor id="1483" name="小耳朵图图" initials="小" lastIdx="0" clrIdx="1482"/>
  <p:cmAuthor id="165" name="未知的使用者72" initials="未" lastIdx="1" clrIdx="0"/>
  <p:cmAuthor id="1484" name="时光" initials="时" lastIdx="0" clrIdx="1483"/>
  <p:cmAuthor id="166" name="未知的使用者71" initials="未" lastIdx="1" clrIdx="1"/>
  <p:cmAuthor id="1485" name="Frank" initials="F" lastIdx="0" clrIdx="1484"/>
  <p:cmAuthor id="167" name="未知用户106" initials="未" lastIdx="1" clrIdx="0"/>
  <p:cmAuthor id="1486" name="黄炜" initials="黄" lastIdx="0" clrIdx="1485"/>
  <p:cmAuthor id="168" name="不明使用者21" initials="不" lastIdx="1" clrIdx="0"/>
  <p:cmAuthor id="1487" name="wswsbo" initials="w" lastIdx="0" clrIdx="1486"/>
  <p:cmAuthor id="169" name="不明使用者18" initials="不" lastIdx="0" clrIdx="1"/>
  <p:cmAuthor id="1488" name="殷一非" initials="殷" lastIdx="0" clrIdx="1487"/>
  <p:cmAuthor id="170" name="不明使用者19" initials="不" lastIdx="1" clrIdx="0"/>
  <p:cmAuthor id="1489" name="zs_zengxy" initials="z" lastIdx="0" clrIdx="1488"/>
  <p:cmAuthor id="171" name="未知用户2" initials="未" lastIdx="1" clrIdx="0"/>
  <p:cmAuthor id="172" name="未知用户93" initials="未" lastIdx="1" clrIdx="0"/>
  <p:cmAuthor id="1491" name="xingwei hou" initials="xh" lastIdx="0" clrIdx="1490"/>
  <p:cmAuthor id="173" name="未知用户90" initials="未" lastIdx="5" clrIdx="1"/>
  <p:cmAuthor id="1492" name="孟雪丽|mengxueli" initials="孟" lastIdx="0" clrIdx="1491"/>
  <p:cmAuthor id="174" name="未知用户91" initials="未" lastIdx="0" clrIdx="1"/>
  <p:cmAuthor id="175" name="未知用户92" initials="未" lastIdx="1" clrIdx="0"/>
  <p:cmAuthor id="1494" name="10319231" initials="1" lastIdx="0" clrIdx="1493"/>
  <p:cmAuthor id="176" name="未知用户74" initials="未" lastIdx="5" clrIdx="1"/>
  <p:cmAuthor id="1495" name="t18221" initials="t" lastIdx="0" clrIdx="1494"/>
  <p:cmAuthor id="177" name="未知用户75" initials="未" lastIdx="8" clrIdx="0"/>
  <p:cmAuthor id="1496" name="NTKO" initials="H" lastIdx="0" clrIdx="1495"/>
  <p:cmAuthor id="178" name="未知用户76" initials="未" lastIdx="1" clrIdx="0"/>
  <p:cmAuthor id="1497" name="GameWin" initials="G" lastIdx="0" clrIdx="1496"/>
  <p:cmAuthor id="179" name="未知用户77" initials="未" lastIdx="8" clrIdx="0"/>
  <p:cmAuthor id="1498" name="董涛" initials="董" lastIdx="0" clrIdx="1497"/>
  <p:cmAuthor id="180" name="未知用户78" initials="未" lastIdx="8" clrIdx="0"/>
  <p:cmAuthor id="1499" name="10078380" initials="1" lastIdx="0" clrIdx="1498"/>
  <p:cmAuthor id="181" name="未知用户79" initials="未" lastIdx="1" clrIdx="0"/>
  <p:cmAuthor id="1500" name="张建勇" initials="u" lastIdx="0" clrIdx="1499"/>
  <p:cmAuthor id="182" name="未知用户80" initials="未" lastIdx="1" clrIdx="0"/>
  <p:cmAuthor id="1501" name="VK" initials="V" lastIdx="0" clrIdx="1500"/>
  <p:cmAuthor id="183" name="未知用户81" initials="未" lastIdx="1" clrIdx="0"/>
  <p:cmAuthor id="1502" name="宋晓龙" initials="宋" lastIdx="0" clrIdx="1501"/>
  <p:cmAuthor id="184" name="未知的使用者95" initials="未" lastIdx="1" clrIdx="0"/>
  <p:cmAuthor id="1503" name="安广翔" initials="安" lastIdx="0" clrIdx="1502"/>
  <p:cmAuthor id="185" name="未知的使用者92" initials="未" lastIdx="1" clrIdx="0"/>
  <p:cmAuthor id="1504" name="李辉" initials="A" lastIdx="0" clrIdx="1503"/>
  <p:cmAuthor id="186" name="未知的使用者93" initials="未" lastIdx="1" clrIdx="1"/>
  <p:cmAuthor id="1505" name="tiger" initials="t" lastIdx="0" clrIdx="1504"/>
  <p:cmAuthor id="187" name="未知的使用者94" initials="未" lastIdx="1" clrIdx="2"/>
  <p:cmAuthor id="1506" name="翔 姚" initials="翔" lastIdx="0" clrIdx="1505"/>
  <p:cmAuthor id="188" name="Christina" initials="C" lastIdx="0" clrIdx="0"/>
  <p:cmAuthor id="1507" name="66030012@UE" initials="w" lastIdx="0" clrIdx="1506"/>
  <p:cmAuthor id="1508" name="pan hanqi" initials="ph" lastIdx="0" clrIdx="1507"/>
  <p:cmAuthor id="190" name="未知用户61" initials="未" lastIdx="8" clrIdx="0"/>
  <p:cmAuthor id="1509" name="flystar" initials="f" lastIdx="0" clrIdx="1508"/>
  <p:cmAuthor id="191" name="未知用户60" initials="未" lastIdx="1" clrIdx="0"/>
  <p:cmAuthor id="1510" name="QQ" initials="Q" lastIdx="0" clrIdx="1509"/>
  <p:cmAuthor id="192" name="Unknown User24" initials="U" lastIdx="1" clrIdx="0"/>
  <p:cmAuthor id="1511" name="Montage" initials="M" lastIdx="0" clrIdx="1510"/>
  <p:cmAuthor id="193" name="Unknown User25" initials="U" lastIdx="1" clrIdx="0"/>
  <p:cmAuthor id="1512" name="刘琦" initials="L" lastIdx="0" clrIdx="1511"/>
  <p:cmAuthor id="194" name="Unknown User26" initials="U" lastIdx="1" clrIdx="1"/>
  <p:cmAuthor id="1513" name="13910" initials="1" lastIdx="0" clrIdx="1512"/>
  <p:cmAuthor id="195" name="Unknown User27" initials="U" lastIdx="1" clrIdx="0"/>
  <p:cmAuthor id="1514" name="HUAWEI" initials="H" lastIdx="0" clrIdx="1513"/>
  <p:cmAuthor id="196" name="Unknown User28" initials="U" lastIdx="3" clrIdx="1"/>
  <p:cmAuthor id="1515" name="Lee 13" initials="L1" lastIdx="0" clrIdx="1514"/>
  <p:cmAuthor id="197" name="Unknown User11" initials="U" lastIdx="0" clrIdx="1"/>
  <p:cmAuthor id="1516" name="John" initials="" lastIdx="0" clrIdx="1515"/>
  <p:cmAuthor id="198" name="Unknown User22" initials="U" lastIdx="1" clrIdx="0"/>
  <p:cmAuthor id="1517" name="10025093" initials="" lastIdx="0" clrIdx="1516"/>
  <p:cmAuthor id="199" name="Unknown User23" initials="U" lastIdx="1" clrIdx="0"/>
  <p:cmAuthor id="1518" name="zdxlz" initials="z" lastIdx="0" clrIdx="1517"/>
  <p:cmAuthor id="200" name="未知的使用者112" initials="未" lastIdx="1" clrIdx="1"/>
  <p:cmAuthor id="1519" name="张燕" initials="" lastIdx="0" clrIdx="1518"/>
  <p:cmAuthor id="201" name="未知的使用者107" initials="未" lastIdx="1" clrIdx="0"/>
  <p:cmAuthor id="1520" name="xudi" initials="x" lastIdx="0" clrIdx="1519"/>
  <p:cmAuthor id="202" name="未知的使用者108" initials="未" lastIdx="1" clrIdx="1"/>
  <p:cmAuthor id="1521" name="朱常宝10028539" initials="" lastIdx="0" clrIdx="1520"/>
  <p:cmAuthor id="203" name="未知的使用者98" initials="未" lastIdx="1" clrIdx="2"/>
  <p:cmAuthor id="1522" name="10066351" initials="" lastIdx="0" clrIdx="1521"/>
  <p:cmAuthor id="204" name="未知的使用者145" initials="未" lastIdx="1" clrIdx="0"/>
  <p:cmAuthor id="1523" name="SSSX" initials="Lee" lastIdx="0" clrIdx="1522"/>
  <p:cmAuthor id="205" name="未知的使用者146" initials="未" lastIdx="1" clrIdx="0"/>
  <p:cmAuthor id="1524" name="qdyy619" initials="q" lastIdx="0" clrIdx="1523"/>
  <p:cmAuthor id="206" name="未知的使用者147" initials="未" lastIdx="1" clrIdx="1"/>
  <p:cmAuthor id="1525" name="姚琪" initials="姚" lastIdx="0" clrIdx="1524"/>
  <p:cmAuthor id="207" name="未知的使用者144" initials="未" lastIdx="1" clrIdx="2"/>
  <p:cmAuthor id="1526" name="Kiko" initials="K" lastIdx="0" clrIdx="1525"/>
  <p:cmAuthor id="208" name="未知的使用者133" initials="未" lastIdx="1" clrIdx="0"/>
  <p:cmAuthor id="1527" name="hsm" initials="h" lastIdx="0" clrIdx="1526"/>
  <p:cmAuthor id="209" name="未知的使用者134" initials="未" lastIdx="1" clrIdx="0"/>
  <p:cmAuthor id="1528" name="曹宁" initials="曹" lastIdx="0" clrIdx="1527"/>
  <p:cmAuthor id="210" name="未知的使用者135" initials="未" lastIdx="2" clrIdx="0"/>
  <p:cmAuthor id="1529" name="刘圣保" initials="刘" lastIdx="0" clrIdx="1528"/>
  <p:cmAuthor id="211" name="未知的使用者136" initials="未" lastIdx="1" clrIdx="0"/>
  <p:cmAuthor id="1530" name="wuc" initials="w" lastIdx="0" clrIdx="1529"/>
  <p:cmAuthor id="212" name="未知的使用者137" initials="未" lastIdx="5" clrIdx="0"/>
  <p:cmAuthor id="1531" name="周欣" initials="周" lastIdx="0" clrIdx="1530"/>
  <p:cmAuthor id="213" name="未知的使用者138" initials="未" lastIdx="10" clrIdx="0"/>
  <p:cmAuthor id="1532" name="中星 叶" initials="中" lastIdx="0" clrIdx="1531"/>
  <p:cmAuthor id="214" name="未知的使用者139" initials="未" lastIdx="1" clrIdx="0"/>
  <p:cmAuthor id="1533" name="倚海听风" initials="倚" lastIdx="0" clrIdx="1532"/>
  <p:cmAuthor id="215" name="未知的使用者140" initials="未" lastIdx="1" clrIdx="1"/>
  <p:cmAuthor id="1534" name="王丽" initials="王" lastIdx="0" clrIdx="1533"/>
  <p:cmAuthor id="216" name="未知的使用者197" initials="未" lastIdx="8" clrIdx="0"/>
  <p:cmAuthor id="1535" name="Johnny Hsieh" initials="J" lastIdx="0" clrIdx="1534"/>
  <p:cmAuthor id="217" name="未知的使用者162" initials="未" lastIdx="8" clrIdx="0"/>
  <p:cmAuthor id="1536" name="fafa" initials="f" lastIdx="0" clrIdx="1535"/>
  <p:cmAuthor id="218" name="未知的使用者163" initials="未" lastIdx="1" clrIdx="0"/>
  <p:cmAuthor id="1537" name="panjm" initials="p" lastIdx="0" clrIdx="1536"/>
  <p:cmAuthor id="219" name="未知的使用者170" initials="未" lastIdx="0" clrIdx="1"/>
  <p:cmAuthor id="1538" name="高俊" initials="高" lastIdx="0" clrIdx="1537"/>
  <p:cmAuthor id="220" name="未知的使用者165" initials="未" lastIdx="1" clrIdx="0"/>
  <p:cmAuthor id="1539" name="Jiaxi Wang" initials="JW" lastIdx="0" clrIdx="1538"/>
  <p:cmAuthor id="221" name="未知的使用者158" initials="未" lastIdx="1" clrIdx="0"/>
  <p:cmAuthor id="1540" name="未知用户471" initials="未" lastIdx="0" clrIdx="1539"/>
  <p:cmAuthor id="222" name="未知的使用者148" initials="未" lastIdx="5" clrIdx="0"/>
  <p:cmAuthor id="1541" name="未知用户473" initials="未" lastIdx="0" clrIdx="1540"/>
  <p:cmAuthor id="223" name="未知的使用者149" initials="未" lastIdx="10" clrIdx="0"/>
  <p:cmAuthor id="1542" name="未知用户474" initials="未" lastIdx="0" clrIdx="1541"/>
  <p:cmAuthor id="224" name="未知的使用者150" initials="未" lastIdx="1" clrIdx="0"/>
  <p:cmAuthor id="1543" name="未知用户476" initials="未" lastIdx="0" clrIdx="1542"/>
  <p:cmAuthor id="225" name="未知的使用者166" initials="未" lastIdx="8" clrIdx="0"/>
  <p:cmAuthor id="1544" name="未知用户489" initials="未" lastIdx="0" clrIdx="1543"/>
  <p:cmAuthor id="226" name="未知的使用者167" initials="未" lastIdx="0" clrIdx="1"/>
  <p:cmAuthor id="1545" name="未知用户477" initials="未" lastIdx="0" clrIdx="1544"/>
  <p:cmAuthor id="227" name="未知的使用者159" initials="未" lastIdx="1" clrIdx="1"/>
  <p:cmAuthor id="1546" name="未知用户483" initials="未" lastIdx="0" clrIdx="1545"/>
  <p:cmAuthor id="228" name="未知的使用者160" initials="未" lastIdx="1" clrIdx="0"/>
  <p:cmAuthor id="1547" name="Liyangjun" initials="L" lastIdx="0" clrIdx="1546"/>
  <p:cmAuthor id="229" name="未知的使用者168" initials="未" lastIdx="1" clrIdx="0"/>
  <p:cmAuthor id="1548" name="伟烨LIN" initials="伟" lastIdx="0" clrIdx="1547"/>
  <p:cmAuthor id="230" name="未知的使用者169" initials="未" lastIdx="1" clrIdx="0"/>
  <p:cmAuthor id="1549" name="WPS_1559632127" initials="W" lastIdx="0" clrIdx="1548"/>
  <p:cmAuthor id="231" name="未知的使用者117" initials="未" lastIdx="1" clrIdx="0"/>
  <p:cmAuthor id="1550" name="林桦桦" initials="林" lastIdx="0" clrIdx="1549"/>
  <p:cmAuthor id="232" name="未知的使用者115" initials="未" lastIdx="1" clrIdx="1"/>
  <p:cmAuthor id="1551" name="sw" initials="s" lastIdx="0" clrIdx="1550"/>
  <p:cmAuthor id="233" name="未知的使用者119" initials="未" lastIdx="1" clrIdx="2"/>
  <p:cmAuthor id="1552" name="cheng" initials="c" lastIdx="0" clrIdx="1551"/>
  <p:cmAuthor id="1553" name="裴煜" initials="裴" lastIdx="0" clrIdx="1552"/>
  <p:cmAuthor id="235" name="未知用户6" initials="未" lastIdx="1" clrIdx="0"/>
  <p:cmAuthor id="1554" name="8618608404186" initials="" lastIdx="0" clrIdx="1553"/>
  <p:cmAuthor id="236" name="未知用户7" initials="未" lastIdx="1" clrIdx="0"/>
  <p:cmAuthor id="1555" name="佳" initials="佳" lastIdx="0" clrIdx="1554"/>
  <p:cmAuthor id="237" name="未知的使用者198" initials="未" lastIdx="1" clrIdx="0"/>
  <p:cmAuthor id="332576854" name="星星如约" initials="星" lastIdx="3" clrIdx="299"/>
  <p:cmAuthor id="1556" name="肖琼" initials="肖琼" lastIdx="0" clrIdx="1555"/>
  <p:cmAuthor id="238" name="未知的使用者205" initials="未" lastIdx="0" clrIdx="1"/>
  <p:cmAuthor id="1557" name="廖爽亚" initials="廖" lastIdx="0" clrIdx="1556"/>
  <p:cmAuthor id="239" name="未知的使用者200" initials="未" lastIdx="1" clrIdx="0"/>
  <p:cmAuthor id="1558" name="James Conard" initials="J" lastIdx="0" clrIdx="1557"/>
  <p:cmAuthor id="240" name="未知的使用者181" initials="未" lastIdx="1" clrIdx="0"/>
  <p:cmAuthor id="1559" name="daliang xu" initials="d" lastIdx="0" clrIdx="1558"/>
  <p:cmAuthor id="241" name="未知的使用者194" initials="未" lastIdx="1" clrIdx="0"/>
  <p:cmAuthor id="1560" name="liuhao24" initials="l" lastIdx="0" clrIdx="1559"/>
  <p:cmAuthor id="242" name="未知的使用者182" initials="未" lastIdx="1" clrIdx="0"/>
  <p:cmAuthor id="1561" name="闪电杰尼" initials="闪" lastIdx="0" clrIdx="1560"/>
  <p:cmAuthor id="243" name="未知的使用者183" initials="未" lastIdx="2" clrIdx="0"/>
  <p:cmAuthor id="1562" name="t-1i-caiwu" initials="t" lastIdx="0" clrIdx="1561"/>
  <p:cmAuthor id="244" name="未知的使用者184" initials="未" lastIdx="8" clrIdx="0"/>
  <p:cmAuthor id="1563" name="建璋" initials="建" lastIdx="0" clrIdx="1562"/>
  <p:cmAuthor id="245" name="未知的使用者185" initials="未" lastIdx="5" clrIdx="0"/>
  <p:cmAuthor id="1564" name="郑由星_外网" initials="郑" lastIdx="0" clrIdx="1563"/>
  <p:cmAuthor id="246" name="未知的使用者186" initials="未" lastIdx="10" clrIdx="0"/>
  <p:cmAuthor id="1565" name="未知用户410" initials="未" lastIdx="0" clrIdx="1564"/>
  <p:cmAuthor id="247" name="未知的使用者187" initials="未" lastIdx="1" clrIdx="0"/>
  <p:cmAuthor id="1566" name="liuxie" initials="l" lastIdx="0" clrIdx="1565"/>
  <p:cmAuthor id="248" name="未知的使用者201" initials="未" lastIdx="8" clrIdx="0"/>
  <p:cmAuthor id="1567" name="xq" initials="x" lastIdx="0" clrIdx="1566"/>
  <p:cmAuthor id="249" name="未知的使用者202" initials="未" lastIdx="0" clrIdx="1"/>
  <p:cmAuthor id="1568" name="sdzz-syy" initials="s" lastIdx="0" clrIdx="1567"/>
  <p:cmAuthor id="250" name="未知的使用者171" initials="未" lastIdx="3" clrIdx="1"/>
  <p:cmAuthor id="1569" name="赵 璐" initials="赵" lastIdx="0" clrIdx="1568"/>
  <p:cmAuthor id="251" name="未知的使用者195" initials="未" lastIdx="1" clrIdx="1"/>
  <p:cmAuthor id="1570" name="丁诚" initials="丁" lastIdx="0" clrIdx="1569"/>
  <p:cmAuthor id="252" name="未知的使用者173" initials="未" lastIdx="6" clrIdx="0"/>
  <p:cmAuthor id="1571" name="chenzheng4" initials="c" lastIdx="0" clrIdx="1570"/>
  <p:cmAuthor id="253" name="未知的使用者196" initials="未" lastIdx="1" clrIdx="0"/>
  <p:cmAuthor id="1572" name="guoge" initials="g" lastIdx="0" clrIdx="1571"/>
  <p:cmAuthor id="254" name="未知的使用者175" initials="未" lastIdx="2" clrIdx="0"/>
  <p:cmAuthor id="1573" name="CVTEr" initials="C" lastIdx="0" clrIdx="1572"/>
  <p:cmAuthor id="255" name="未知的使用者203" initials="未" lastIdx="1" clrIdx="0"/>
  <p:cmAuthor id="1574" name="z cl" initials="z" lastIdx="0" clrIdx="1573"/>
  <p:cmAuthor id="256" name="未知的使用者204" initials="未" lastIdx="1" clrIdx="0"/>
  <p:cmAuthor id="1575" name="刘 帅" initials="刘" lastIdx="0" clrIdx="1574"/>
  <p:cmAuthor id="257" name="未知的使用者41" initials="未" lastIdx="5" clrIdx="1"/>
  <p:cmAuthor id="1576" name="吴军影" initials="吴" lastIdx="0" clrIdx="1575"/>
  <p:cmAuthor id="258" name="未知的使用者42" initials="未" lastIdx="1" clrIdx="1"/>
  <p:cmAuthor id="1577" name="冯学沛" initials="冯" lastIdx="0" clrIdx="1576"/>
  <p:cmAuthor id="1578" name="Simon Camp" initials="S" lastIdx="0" clrIdx="1577"/>
  <p:cmAuthor id="260" name="未知的使用者39" initials="未" lastIdx="10" clrIdx="0"/>
  <p:cmAuthor id="1579" name="王书珍" initials="王" lastIdx="0" clrIdx="1578"/>
  <p:cmAuthor id="261" name="未知的使用者38" initials="未" lastIdx="1" clrIdx="0"/>
  <p:cmAuthor id="1580" name="bing" initials="b" lastIdx="0" clrIdx="1579"/>
  <p:cmAuthor id="262" name="未知用户37" initials="未" lastIdx="8" clrIdx="0"/>
  <p:cmAuthor id="1581" name="273839920@qq.com" initials="2" lastIdx="0" clrIdx="1580"/>
  <p:cmAuthor id="263" name="未知用户38" initials="未" lastIdx="8" clrIdx="0"/>
  <p:cmAuthor id="1582" name="舒迪" initials="舒" lastIdx="0" clrIdx="1581"/>
  <p:cmAuthor id="264" name="未知用户39" initials="未" lastIdx="1" clrIdx="0"/>
  <p:cmAuthor id="1583" name="Cpic" initials="C" lastIdx="0" clrIdx="1582"/>
  <p:cmAuthor id="265" name="Admin" initials="A" lastIdx="1" clrIdx="2"/>
  <p:cmAuthor id="1584" name="Wangzhi gang" initials="W" lastIdx="0" clrIdx="1583"/>
  <p:cmAuthor id="266" name="未知的使用者64" initials="未" lastIdx="8" clrIdx="0"/>
  <p:cmAuthor id="1585" name="li hw" initials="l" lastIdx="0" clrIdx="1584"/>
  <p:cmAuthor id="267" name="未知的使用者65" initials="未" lastIdx="1" clrIdx="0"/>
  <p:cmAuthor id="1586" name="FR" initials="F" lastIdx="0" clrIdx="1585"/>
  <p:cmAuthor id="268" name="未知的使用者66" initials="未" lastIdx="1" clrIdx="0"/>
  <p:cmAuthor id="1587" name="张星-lgd" initials="张" lastIdx="0" clrIdx="1586"/>
  <p:cmAuthor id="269" name="未知的使用者57" initials="未" lastIdx="1" clrIdx="0"/>
  <p:cmAuthor id="1588" name="张 博" initials="张" lastIdx="0" clrIdx="1587"/>
  <p:cmAuthor id="270" name="未知用户35" initials="未" lastIdx="1" clrIdx="0"/>
  <p:cmAuthor id="1589" name="yingchao xi" initials="y" lastIdx="0" clrIdx="1588"/>
  <p:cmAuthor id="271" name="未知用户36" initials="未" lastIdx="1" clrIdx="0"/>
  <p:cmAuthor id="1590" name="admin刘" initials="a" lastIdx="0" clrIdx="1589"/>
  <p:cmAuthor id="272" name="未知用户26" initials="未" lastIdx="1" clrIdx="0"/>
  <p:cmAuthor id="1591" name="10285279" initials="1" lastIdx="0" clrIdx="1590"/>
  <p:cmAuthor id="273" name="未知用户23" initials="未" lastIdx="1" clrIdx="0"/>
  <p:cmAuthor id="1592" name="GH" initials="G" lastIdx="0" clrIdx="1591"/>
  <p:cmAuthor id="274" name="未知用户29" initials="未" lastIdx="1" clrIdx="0"/>
  <p:cmAuthor id="1593" name="Book-Sword" initials="B" lastIdx="0" clrIdx="1592"/>
  <p:cmAuthor id="275" name="未知用户30" initials="未" lastIdx="2" clrIdx="0"/>
  <p:cmAuthor id="1594" name="SDWM" initials="S" lastIdx="0" clrIdx="1593"/>
  <p:cmAuthor id="276" name="未知用户31" initials="未" lastIdx="1" clrIdx="1"/>
  <p:cmAuthor id="1595" name="bingning" initials="b" lastIdx="0" clrIdx="1594"/>
  <p:cmAuthor id="277" name="未知用户32" initials="未" lastIdx="1" clrIdx="0"/>
  <p:cmAuthor id="1596" name="鄢智勇" initials="鄢" lastIdx="0" clrIdx="1595"/>
  <p:cmAuthor id="278" name="未知用户33" initials="未" lastIdx="1" clrIdx="0"/>
  <p:cmAuthor id="1597" name="david bin" initials="d" lastIdx="0" clrIdx="1596"/>
  <p:cmAuthor id="279" name="未知用户34" initials="未" lastIdx="2" clrIdx="0"/>
  <p:cmAuthor id="1598" name="张 明晖" initials="张" lastIdx="0" clrIdx="1597"/>
  <p:cmAuthor id="280" name="huang gerrard" initials="h" lastIdx="2" clrIdx="0"/>
  <p:cmAuthor id="1599" name="ch_696" initials="c" lastIdx="0" clrIdx="1598"/>
  <p:cmAuthor id="281" name="未知用户98" initials="未" lastIdx="8" clrIdx="0"/>
  <p:cmAuthor id="1600" name="haiyan guo" initials="hg" lastIdx="0" clrIdx="1599"/>
  <p:cmAuthor id="282" name="未知用户100" initials="未" lastIdx="1" clrIdx="0"/>
  <p:cmAuthor id="1601" name="zhang zhe" initials="zz" lastIdx="0" clrIdx="1600"/>
  <p:cmAuthor id="283" name="未知用户101" initials="未" lastIdx="1" clrIdx="0"/>
  <p:cmAuthor id="1602" name="宋洁然" initials="宋" lastIdx="0" clrIdx="1601"/>
  <p:cmAuthor id="284" name="未知用户72" initials="" lastIdx="1" clrIdx="0"/>
  <p:cmAuthor id="1603" name="86177" initials="8" lastIdx="0" clrIdx="1602"/>
  <p:cmAuthor id="285" name="未知用户73" initials="" lastIdx="2" clrIdx="0"/>
  <p:cmAuthor id="1604" name="桂 卓" initials="桂" lastIdx="0" clrIdx="1603"/>
  <p:cmAuthor id="1605" name="旭东 唐" initials="旭唐" lastIdx="0" clrIdx="1604"/>
  <p:cmAuthor id="1607" name="梁亚栋" initials="authorId_233440905" lastIdx="0" clrIdx="1606"/>
  <p:cmAuthor id="289" name="未知用户42" initials="未" lastIdx="1" clrIdx="0"/>
  <p:cmAuthor id="1608" name="00196605" initials="0" lastIdx="0" clrIdx="1607"/>
  <p:cmAuthor id="1609" name="10107538" initials="1" lastIdx="0" clrIdx="1608"/>
  <p:cmAuthor id="291" name="未知用户96" initials="" lastIdx="1" clrIdx="0"/>
  <p:cmAuthor id="1610" name="WPS" initials="W" lastIdx="0" clrIdx="1609"/>
  <p:cmAuthor id="1611" name="wudongnibaobei" initials="w" lastIdx="0" clrIdx="1610"/>
  <p:cmAuthor id="293" name="未知用户97" initials="" lastIdx="2" clrIdx="0"/>
  <p:cmAuthor id="1612" name="未知用户123" initials="未" lastIdx="0" clrIdx="1611"/>
  <p:cmAuthor id="294" name="未知用户40" initials="" lastIdx="5" clrIdx="1"/>
  <p:cmAuthor id="1613" name="未知用户124" initials="未" lastIdx="0" clrIdx="1612"/>
  <p:cmAuthor id="295" name="未知用户43" initials="" lastIdx="1" clrIdx="0"/>
  <p:cmAuthor id="1614" name="zhaoby01" initials="z" lastIdx="0" clrIdx="1613"/>
  <p:cmAuthor id="1615" name="Arno.Du(杜明星)" initials="A" lastIdx="0" clrIdx="1614"/>
  <p:cmAuthor id="1616" name="WANGZF" initials="W" lastIdx="0" clrIdx="1615"/>
  <p:cmAuthor id="1617" name="Unknown User63" initials="U" lastIdx="0" clrIdx="1616"/>
  <p:cmAuthor id="299" name="黄万平" initials="A" lastIdx="1" clrIdx="298"/>
  <p:cmAuthor id="1618" name="梅芬 吳" initials="梅" lastIdx="0" clrIdx="1617"/>
  <p:cmAuthor id="1619" name="USER" initials="U" lastIdx="0" clrIdx="1618"/>
  <p:cmAuthor id="1620" name="James" initials="J" lastIdx="0" clrIdx="1619"/>
  <p:cmAuthor id="1621" name="未知的使用者100" initials="未" lastIdx="0" clrIdx="1620"/>
  <p:cmAuthor id="1622" name="未知用户125" initials="未" lastIdx="0" clrIdx="1621"/>
  <p:cmAuthor id="1623" name="ahhk2" initials="a" lastIdx="0" clrIdx="1622"/>
  <p:cmAuthor id="1624" name="未知的使用者156" initials="未" lastIdx="0" clrIdx="1623"/>
  <p:cmAuthor id="306" name="zhjt" initials="z" lastIdx="0" clrIdx="305"/>
  <p:cmAuthor id="1625" name="Unknown User68" initials="U" lastIdx="0" clrIdx="1624"/>
  <p:cmAuthor id="1626" name="aaaaaa apple" initials="a" lastIdx="0" clrIdx="1625"/>
  <p:cmAuthor id="1627" name="binhui zhou" initials="bz" lastIdx="0" clrIdx="1626"/>
  <p:cmAuthor id="309" name="Jacy Aldrich" initials="JA" lastIdx="0" clrIdx="308"/>
  <p:cmAuthor id="1628" name="未知用户257" initials="未" lastIdx="0" clrIdx="1627"/>
  <p:cmAuthor id="1629" name="未知用户196" initials="未" lastIdx="0" clrIdx="1628"/>
  <p:cmAuthor id="311" name="超" initials="超" lastIdx="0" clrIdx="310"/>
  <p:cmAuthor id="1630" name="未知用户360" initials="未" lastIdx="0" clrIdx="1629"/>
  <p:cmAuthor id="312" name="Chun Chung YEH" initials="C" lastIdx="2" clrIdx="0"/>
  <p:cmAuthor id="1631" name="李阳" initials="liyang37@ha.cmcc" lastIdx="0" clrIdx="1630"/>
  <p:cmAuthor id="1632" name="未知用户329" initials="未" lastIdx="0" clrIdx="1631"/>
  <p:cmAuthor id="314" name="Vicky" initials="V" lastIdx="1" clrIdx="1"/>
  <p:cmAuthor id="1633" name="未知用户245" initials="未" lastIdx="0" clrIdx="1632"/>
  <p:cmAuthor id="315" name="刘云轩" initials="刘" lastIdx="1" clrIdx="0"/>
  <p:cmAuthor id="1634" name="Kathy" initials="K" lastIdx="0" clrIdx="1633"/>
  <p:cmAuthor id="316" name="sharon" initials="s" lastIdx="5" clrIdx="84"/>
  <p:cmAuthor id="1635" name="未知用户387" initials="未" lastIdx="0" clrIdx="1634"/>
  <p:cmAuthor id="317" name="未知的使用者81" initials="未" lastIdx="1" clrIdx="0"/>
  <p:cmAuthor id="318" name="仝德志" initials="仝" lastIdx="1" clrIdx="0"/>
  <p:cmAuthor id="1637" name="cai yan" initials="cy" lastIdx="0" clrIdx="1636"/>
  <p:cmAuthor id="1638" name="liling.jh" initials="liling.jh" lastIdx="0" clrIdx="1637"/>
  <p:cmAuthor id="1639" name="余娅" initials="余娅" lastIdx="0" clrIdx="1638"/>
  <p:cmAuthor id="321" name="未知用户111" initials="未" lastIdx="1" clrIdx="1"/>
  <p:cmAuthor id="1640" name="陳珮琪" initials="陳珮琪" lastIdx="0" clrIdx="1639"/>
  <p:cmAuthor id="322" name="alpha" initials="a" lastIdx="1" clrIdx="0"/>
  <p:cmAuthor id="1641" name="艾启明" initials="A" lastIdx="0" clrIdx="1640"/>
  <p:cmAuthor id="323" name="10099398" initials="1" lastIdx="1" clrIdx="322"/>
  <p:cmAuthor id="1642" name="Tome" initials="T" lastIdx="0" clrIdx="1641"/>
  <p:cmAuthor id="324" name="XF" initials="X" lastIdx="1" clrIdx="323"/>
  <p:cmAuthor id="1643" name="未知用户301" initials="未" lastIdx="0" clrIdx="1642"/>
  <p:cmAuthor id="325" name="jyr" initials="jyr" lastIdx="1" clrIdx="324"/>
  <p:cmAuthor id="1644" name="未知用户306" initials="未" lastIdx="0" clrIdx="1643"/>
  <p:cmAuthor id="326" name="未知的使用者75" initials="未" lastIdx="1" clrIdx="0"/>
  <p:cmAuthor id="1645" name="sxy" initials="s" lastIdx="0" clrIdx="1644"/>
  <p:cmAuthor id="327" name="未知的使用者77" initials="未" lastIdx="1" clrIdx="0"/>
  <p:cmAuthor id="1646" name="WPS_1601968133" initials="W" lastIdx="0" clrIdx="1645"/>
  <p:cmAuthor id="328" name="未知的使用者78" initials="未" lastIdx="5" clrIdx="1"/>
  <p:cmAuthor id="1647" name="cjc" initials="c" lastIdx="0" clrIdx="1646"/>
  <p:cmAuthor id="329" name="未知的使用者79" initials="未" lastIdx="0" clrIdx="1"/>
  <p:cmAuthor id="1648" name="wuyh501" initials="w" lastIdx="0" clrIdx="1647"/>
  <p:cmAuthor id="330" name="未知的使用者80" initials="未" lastIdx="0" clrIdx="0"/>
  <p:cmAuthor id="1649" name="Que Sera Sera" initials="Q" lastIdx="0" clrIdx="1648"/>
  <p:cmAuthor id="331" name="未知的使用者82" initials="未" lastIdx="1" clrIdx="0"/>
  <p:cmAuthor id="1650" name="罗平_QfY3MnyU" initials="authorId_1512265542" lastIdx="0" clrIdx="1649"/>
  <p:cmAuthor id="332" name="未知的使用者83" initials="未" lastIdx="1" clrIdx="0"/>
  <p:cmAuthor id="1651" name="未知用户300" initials="未" lastIdx="0" clrIdx="1650"/>
  <p:cmAuthor id="333" name="未知的使用者84" initials="未" lastIdx="1" clrIdx="1"/>
  <p:cmAuthor id="1652" name="Gareth" initials="G" lastIdx="0" clrIdx="1651"/>
  <p:cmAuthor id="334" name="未知的使用者85" initials="未" lastIdx="1" clrIdx="0"/>
  <p:cmAuthor id="1653" name="WPS_1715507865" initials="W" lastIdx="0" clrIdx="1652"/>
  <p:cmAuthor id="335" name="未知的使用者87" initials="未" lastIdx="1" clrIdx="0"/>
  <p:cmAuthor id="1654" name="Steven" initials="S" lastIdx="0" clrIdx="1653"/>
  <p:cmAuthor id="336" name="未知的使用者90" initials="未" lastIdx="8" clrIdx="0"/>
  <p:cmAuthor id="1655" name="10283556" initials="1" lastIdx="0" clrIdx="1654"/>
  <p:cmAuthor id="337" name="未知的使用者91" initials="未" lastIdx="1" clrIdx="0"/>
  <p:cmAuthor id="1656" name="y'min" initials="y" lastIdx="0" clrIdx="1655"/>
  <p:cmAuthor id="338" name="CHRISYU" initials="C" lastIdx="1" clrIdx="0"/>
  <p:cmAuthor id="339" name="liucunri" initials="l" lastIdx="1" clrIdx="0"/>
  <p:cmAuthor id="315336307" name="." initials="." lastIdx="1" clrIdx="779"/>
  <p:cmAuthor id="340" name="Unknown User48" initials="U" lastIdx="8" clrIdx="0"/>
  <p:cmAuthor id="341" name="Unknown User52" initials="U" lastIdx="1" clrIdx="0"/>
  <p:cmAuthor id="342" name="Unknown User50" initials="U" lastIdx="1" clrIdx="0"/>
  <p:cmAuthor id="343" name="未知的使用者102" initials="未" lastIdx="5" clrIdx="1"/>
  <p:cmAuthor id="344" name="赵欣" initials="zx" lastIdx="0" clrIdx="343"/>
  <p:cmAuthor id="345" name="twisaijzing" initials="t" lastIdx="0" clrIdx="344"/>
  <p:cmAuthor id="346" name="未知用户112" initials="未知用户112" lastIdx="4" clrIdx="0"/>
  <p:cmAuthor id="347" name="17750226060@163.com" initials="1" lastIdx="0" clrIdx="346"/>
  <p:cmAuthor id="348" name="文雯" initials="文" lastIdx="0" clrIdx="347"/>
  <p:cmAuthor id="349" name="黄明特" initials="黄" lastIdx="1" clrIdx="348"/>
  <p:cmAuthor id="350" name="王乙凯" initials="王" lastIdx="0" clrIdx="349"/>
  <p:cmAuthor id="351" name="肖帅" initials="肖" lastIdx="0" clrIdx="350"/>
  <p:cmAuthor id="352" name="未知的使用者161" initials="未" lastIdx="1" clrIdx="0"/>
  <p:cmAuthor id="353" name="小南" initials="小" lastIdx="0" clrIdx="352"/>
  <p:cmAuthor id="354" name="未知的使用者114" initials="未" lastIdx="1" clrIdx="0"/>
  <p:cmAuthor id="355" name="未知的使用者152" initials="未" lastIdx="1" clrIdx="0"/>
  <p:cmAuthor id="1455233270" name="陈雪婷" initials="陈" lastIdx="1" clrIdx="322"/>
  <p:cmAuthor id="356" name="li'da'meng" initials="l" lastIdx="0" clrIdx="355"/>
  <p:cmAuthor id="357" name="张久久" initials="张" lastIdx="0" clrIdx="356"/>
  <p:cmAuthor id="358" name="36416" initials="3" lastIdx="0" clrIdx="357"/>
  <p:cmAuthor id="359" name="王小月|wangxiaoyue" initials="王" lastIdx="0" clrIdx="358"/>
  <p:cmAuthor id="360" name="未知的使用者176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刘 尊顺" initials="刘" lastIdx="4" clrIdx="85"/>
  <p:cmAuthor id="367" name="未知的使用者227" initials="未" lastIdx="2" clrIdx="0"/>
  <p:cmAuthor id="368" name="未知用户204" initials="未" lastIdx="1" clrIdx="0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韩永超(省公司一)" initials="韩" lastIdx="1" clrIdx="371"/>
  <p:cmAuthor id="376" name="未知用户113" initials="未知用户113" lastIdx="8" clrIdx="0"/>
  <p:cmAuthor id="378" name="未知用户102" initials="" lastIdx="0" clrIdx="377"/>
  <p:cmAuthor id="379" name="未知用户138" initials="未" lastIdx="1" clrIdx="0"/>
  <p:cmAuthor id="380" name="未知用户130" initials="未" lastIdx="1" clrIdx="1"/>
  <p:cmAuthor id="381" name="未知用户131" initials="未" lastIdx="1" clrIdx="2"/>
  <p:cmAuthor id="382" name="未知用户132" initials="未" lastIdx="1" clrIdx="0"/>
  <p:cmAuthor id="383" name="未知用户133" initials="未" lastIdx="1" clrIdx="0"/>
  <p:cmAuthor id="384" name="未知用户134" initials="未" lastIdx="10" clrIdx="0"/>
  <p:cmAuthor id="385" name="未知用户135" initials="未" lastIdx="1" clrIdx="0"/>
  <p:cmAuthor id="386" name="未知用户137" initials="未" lastIdx="10" clrIdx="0"/>
  <p:cmAuthor id="387" name="未知用户136" initials="未" lastIdx="1" clrIdx="1"/>
  <p:cmAuthor id="388" name="王长青" initials="王长青" lastIdx="1" clrIdx="387"/>
  <p:cmAuthor id="389" name="Yoyo Wu" initials="Y" lastIdx="2" clrIdx="0"/>
  <p:cmAuthor id="390" name="zhangbin" initials="z" lastIdx="6" clrIdx="0"/>
  <p:cmAuthor id="391" name="单 善" initials="单" lastIdx="1" clrIdx="85"/>
  <p:cmAuthor id="392" name="未知的使用者103" initials="" lastIdx="0" clrIdx="391"/>
  <p:cmAuthor id="396" name="Unknown User112" initials="U" lastIdx="1" clrIdx="0"/>
  <p:cmAuthor id="397" name="Unknown User59" initials="U" lastIdx="1" clrIdx="0"/>
  <p:cmAuthor id="398" name="Unknown User113" initials="U" lastIdx="1" clrIdx="0"/>
  <p:cmAuthor id="399" name="未知的使用者225" initials="" lastIdx="1" clrIdx="0"/>
  <p:cmAuthor id="400" name="未知的使用者226" initials="" lastIdx="1" clrIdx="0"/>
  <p:cmAuthor id="401" name="dengwanting" initials="d" lastIdx="0" clrIdx="400"/>
  <p:cmAuthor id="403" name="未知的使用者218" initials="" lastIdx="1" clrIdx="2"/>
  <p:cmAuthor id="404" name="未知的使用者219" initials="" lastIdx="8" clrIdx="0"/>
  <p:cmAuthor id="405" name="未知的使用者220" initials="" lastIdx="1" clrIdx="0"/>
  <p:cmAuthor id="406" name="未知的使用者228" initials="" lastIdx="1" clrIdx="0"/>
  <p:cmAuthor id="407" name="未知的使用者229" initials="" lastIdx="8" clrIdx="0"/>
  <p:cmAuthor id="408" name="未知的使用者230" initials="" lastIdx="1" clrIdx="0"/>
  <p:cmAuthor id="409" name="未知的使用者231" initials="" lastIdx="1" clrIdx="0"/>
  <p:cmAuthor id="410" name="未知的使用者232" initials="" lastIdx="8" clrIdx="0"/>
  <p:cmAuthor id="411" name="raymond luan" initials="r" lastIdx="0" clrIdx="0"/>
  <p:cmAuthor id="412" name="Unknown User114" initials="U" lastIdx="1" clrIdx="1"/>
  <p:cmAuthor id="413" name="Unknown User111" initials="U" lastIdx="1" clrIdx="0"/>
  <p:cmAuthor id="414" name="未知的使用者131" initials="" lastIdx="1" clrIdx="0"/>
  <p:cmAuthor id="415" name="未知的使用者132" initials="" lastIdx="1" clrIdx="0"/>
  <p:cmAuthor id="416" name="未知用户118" initials="未" lastIdx="1" clrIdx="0"/>
  <p:cmAuthor id="417" name="未知的使用者235" initials="" lastIdx="1" clrIdx="0"/>
  <p:cmAuthor id="418" name="未知的使用者236" initials="" lastIdx="1" clrIdx="0"/>
  <p:cmAuthor id="419" name="未知的使用者237" initials="" lastIdx="2" clrIdx="0"/>
  <p:cmAuthor id="421" name="未知的使用者239" initials="" lastIdx="43" clrIdx="1"/>
  <p:cmAuthor id="423" name="未知用户194" initials="未" lastIdx="1" clrIdx="0"/>
  <p:cmAuthor id="424" name="未知的使用者206" initials="" lastIdx="1" clrIdx="0"/>
  <p:cmAuthor id="425" name="未知的使用者207" initials="" lastIdx="1" clrIdx="0"/>
  <p:cmAuthor id="426" name="未知的使用者208" initials="" lastIdx="5" clrIdx="1"/>
  <p:cmAuthor id="427" name="未知的使用者209" initials="" lastIdx="0" clrIdx="1"/>
  <p:cmAuthor id="428" name="未知的使用者210" initials="" lastIdx="0" clrIdx="0"/>
  <p:cmAuthor id="429" name="未知的使用者211" initials="" lastIdx="1" clrIdx="0"/>
  <p:cmAuthor id="430" name="未知的使用者212" initials="" lastIdx="1" clrIdx="0"/>
  <p:cmAuthor id="431" name="未知的使用者213" initials="" lastIdx="1" clrIdx="0"/>
  <p:cmAuthor id="432" name="未知的使用者214" initials="" lastIdx="1" clrIdx="1"/>
  <p:cmAuthor id="433" name="未知的使用者215" initials="" lastIdx="1" clrIdx="0"/>
  <p:cmAuthor id="434" name="未知用户121" initials="未" lastIdx="1" clrIdx="0"/>
  <p:cmAuthor id="435" name="王 黎黎" initials="王" lastIdx="2" clrIdx="289"/>
  <p:cmAuthor id="436" name="未知用户162" initials="未" lastIdx="1" clrIdx="0"/>
  <p:cmAuthor id="437" name="未知用户188" initials="未" lastIdx="1" clrIdx="0"/>
  <p:cmAuthor id="446" name="未知用户120" initials="未" lastIdx="1" clrIdx="0"/>
  <p:cmAuthor id="447" name="未知用户122" initials="未" lastIdx="1" clrIdx="0"/>
  <p:cmAuthor id="448" name="未知用户139" initials="未" lastIdx="2" clrIdx="0"/>
  <p:cmAuthor id="449" name="未知用户141" initials="未" lastIdx="1" clrIdx="1"/>
  <p:cmAuthor id="450" name="未知用户143" initials="未" lastIdx="1" clrIdx="0"/>
  <p:cmAuthor id="451" name="未知用户144" initials="未" lastIdx="1" clrIdx="0"/>
  <p:cmAuthor id="452" name="未知用户145" initials="未" lastIdx="2" clrIdx="0"/>
  <p:cmAuthor id="453" name="未知用户119" initials="未" lastIdx="1" clrIdx="1"/>
  <p:cmAuthor id="8535702" name="曾蓓/贝贝" initials="曾" lastIdx="0" clrIdx="0"/>
  <p:cmAuthor id="454" name="未知用户140" initials="未" lastIdx="0" clrIdx="1"/>
  <p:cmAuthor id="455" name="未知用户142" initials="未" lastIdx="1" clrIdx="0"/>
  <p:cmAuthor id="456" name="未知用户146" initials="未" lastIdx="5" clrIdx="1"/>
  <p:cmAuthor id="457" name="未知用户147" initials="未" lastIdx="0" clrIdx="1"/>
  <p:cmAuthor id="458" name="未知用户148" initials="未" lastIdx="1" clrIdx="0"/>
  <p:cmAuthor id="459" name="未知用户195" initials="未" lastIdx="1" clrIdx="0"/>
  <p:cmAuthor id="460" name="未知用户207" initials="未" lastIdx="3" clrIdx="1"/>
  <p:cmAuthor id="461" name="未知用户208" initials="未" lastIdx="1" clrIdx="0"/>
  <p:cmAuthor id="462" name="未知用户198" initials="未" lastIdx="1" clrIdx="0"/>
  <p:cmAuthor id="463" name="未知用户209" initials="未" lastIdx="1" clrIdx="0"/>
  <p:cmAuthor id="464" name="未知用户206" initials="未" lastIdx="6" clrIdx="0"/>
  <p:cmAuthor id="465" name="未知用户46" initials="未" lastIdx="10" clrIdx="0"/>
  <p:cmAuthor id="466" name="未知的使用者188" initials="未" lastIdx="1" clrIdx="0"/>
  <p:cmAuthor id="467" name="未知的使用者189" initials="未" lastIdx="2" clrIdx="0"/>
  <p:cmAuthor id="468" name="未知的使用者190" initials="未" lastIdx="1" clrIdx="1"/>
  <p:cmAuthor id="469" name="未知的使用者191" initials="未" lastIdx="1" clrIdx="0"/>
  <p:cmAuthor id="470" name="未知的使用者192" initials="未" lastIdx="1" clrIdx="0"/>
  <p:cmAuthor id="471" name="未知的使用者193" initials="未" lastIdx="2" clrIdx="0"/>
  <p:cmAuthor id="472" name="未知的使用者153" initials="未" lastIdx="1" clrIdx="0"/>
  <p:cmAuthor id="473" name="未知的使用者154" initials="未" lastIdx="1" clrIdx="0"/>
  <p:cmAuthor id="474" name="未知的使用者157" initials="未" lastIdx="1" clrIdx="0"/>
  <p:cmAuthor id="475" name="未知的使用者129" initials="未" lastIdx="1" clrIdx="0"/>
  <p:cmAuthor id="476" name="未知的使用者164" initials="未" lastIdx="8" clrIdx="0"/>
  <p:cmAuthor id="477" name="未知的使用者172" initials="未" lastIdx="1" clrIdx="0"/>
  <p:cmAuthor id="478" name="未知的使用者174" initials="未" lastIdx="1" clrIdx="0"/>
  <p:cmAuthor id="479" name="未知的使用者247" initials="未" lastIdx="6" clrIdx="0"/>
  <p:cmAuthor id="480" name="未知的使用者249" initials="未" lastIdx="43" clrIdx="1"/>
  <p:cmAuthor id="481" name="未知的使用者250" initials="未" lastIdx="1" clrIdx="0"/>
  <p:cmAuthor id="482" name="未知的使用者251" initials="未" lastIdx="1" clrIdx="0"/>
  <p:cmAuthor id="621584508" name="祖_Cheung" initials="祖" lastIdx="1" clrIdx="359"/>
  <p:cmAuthor id="483" name="未知的使用者246" initials="未" lastIdx="1" clrIdx="1"/>
  <p:cmAuthor id="484" name="未知的使用者252" initials="未" lastIdx="1" clrIdx="0"/>
  <p:cmAuthor id="485" name="未知的使用者253" initials="未" lastIdx="1" clrIdx="0"/>
  <p:cmAuthor id="486" name="未知的使用者254" initials="未" lastIdx="1" clrIdx="0"/>
  <p:cmAuthor id="487" name="未知的使用者255" initials="未" lastIdx="1" clrIdx="0"/>
  <p:cmAuthor id="488" name="未知的使用者270" initials="未" lastIdx="1" clrIdx="0"/>
  <p:cmAuthor id="489" name="未知的使用者256" initials="未" lastIdx="1" clrIdx="0"/>
  <p:cmAuthor id="490" name="未知的使用者257" initials="未" lastIdx="1" clrIdx="0"/>
  <p:cmAuthor id="491" name="未知的使用者240" initials="未" lastIdx="1" clrIdx="0"/>
  <p:cmAuthor id="492" name="未知的使用者241" initials="未" lastIdx="1" clrIdx="0"/>
  <p:cmAuthor id="191251535" name="沈霄雷" initials="沈" lastIdx="833089" clrIdx="0"/>
  <p:cmAuthor id="493" name="未知的使用者242" initials="未" lastIdx="2" clrIdx="0"/>
  <p:cmAuthor id="191251536" name="韩 明宇" initials="韩" lastIdx="1" clrIdx="27"/>
  <p:cmAuthor id="494" name="未知的使用者243" initials="未" lastIdx="1" clrIdx="0"/>
  <p:cmAuthor id="191251537" name="田亚林+_vEn2feIZ" initials="authorId_385966644" lastIdx="0" clrIdx="0"/>
  <p:cmAuthor id="495" name="未知的使用者258" initials="未" lastIdx="8" clrIdx="0"/>
  <p:cmAuthor id="191251538" name="孙军_a2y2UrEv" initials="authorId_524475945" lastIdx="0" clrIdx="0"/>
  <p:cmAuthor id="496" name="未知的使用者259" initials="未" lastIdx="1" clrIdx="0"/>
  <p:cmAuthor id="191251539" name="wang" initials="wang" lastIdx="1" clrIdx="14"/>
  <p:cmAuthor id="1411827" name="黄晓平" initials="黄" lastIdx="0" clrIdx="0"/>
  <p:cmAuthor id="497" name="未知的使用者260" initials="未" lastIdx="1" clrIdx="0"/>
  <p:cmAuthor id="1411828" name="徐琳00159163" initials="徐琳00159163" lastIdx="1" clrIdx="37"/>
  <p:cmAuthor id="191251541" name="孙 笑庆" initials="孙" lastIdx="3" clrIdx="16"/>
  <p:cmAuthor id="498" name="未知的使用者261" initials="未" lastIdx="11" clrIdx="0"/>
  <p:cmAuthor id="1411829" name="翟 博纯" initials="翟" lastIdx="1" clrIdx="40"/>
  <p:cmAuthor id="191251542" name="yang.yuan" initials="y" lastIdx="0" clrIdx="17"/>
  <p:cmAuthor id="499" name="未知的使用者262" initials="未" lastIdx="7" clrIdx="1"/>
  <p:cmAuthor id="1411830" name="晶 王" initials="晶王" lastIdx="1" clrIdx="46"/>
  <p:cmAuthor id="191251543" name="王娟" initials="1" lastIdx="1" clrIdx="31"/>
  <p:cmAuthor id="500" name="未知的使用者263" initials="未" lastIdx="1" clrIdx="2"/>
  <p:cmAuthor id="501" name="未知的使用者264" initials="未" lastIdx="1" clrIdx="0"/>
  <p:cmAuthor id="502" name="未知的使用者265" initials="未" lastIdx="1" clrIdx="0"/>
  <p:cmAuthor id="503" name="未知的使用者266" initials="未" lastIdx="1" clrIdx="1"/>
  <p:cmAuthor id="504" name="未知的使用者267" initials="未" lastIdx="1" clrIdx="0"/>
  <p:cmAuthor id="505" name="未知的使用者268" initials="未" lastIdx="2" clrIdx="0"/>
  <p:cmAuthor id="506" name="未知的使用者269" initials="未" lastIdx="7" clrIdx="1"/>
  <p:cmAuthor id="507" name="lillian" initials="l" lastIdx="1" clrIdx="0"/>
  <p:cmAuthor id="508" name="未知用户197" initials="未" lastIdx="1" clrIdx="0"/>
  <p:cmAuthor id="509" name="未知用户157" initials="未" lastIdx="8" clrIdx="0"/>
  <p:cmAuthor id="510" name="未知用户158" initials="未" lastIdx="2" clrIdx="0"/>
  <p:cmAuthor id="511" name="未知用户159" initials="未" lastIdx="1" clrIdx="0"/>
  <p:cmAuthor id="512" name="未知用户160" initials="未" lastIdx="2" clrIdx="0"/>
  <p:cmAuthor id="1483810881" name="WPS_1679281038" initials="W" lastIdx="1" clrIdx="2"/>
  <p:cmAuthor id="513" name="未知用户168" initials="未" lastIdx="1" clrIdx="0"/>
  <p:cmAuthor id="514" name="順天" initials="順" lastIdx="1" clrIdx="0"/>
  <p:cmAuthor id="515" name="未知用户246" initials="未" lastIdx="1" clrIdx="0"/>
  <p:cmAuthor id="516" name="未知用户166" initials="未" lastIdx="0" clrIdx="1"/>
  <p:cmAuthor id="518" name="未知的使用者224" initials="未" lastIdx="1" clrIdx="0"/>
  <p:cmAuthor id="434279950" name="carrie魏" initials="c" lastIdx="1" clrIdx="374"/>
  <p:cmAuthor id="521" name="未知用户268" initials="未" lastIdx="1" clrIdx="0"/>
  <p:cmAuthor id="522" name="未知用户269" initials="未" lastIdx="2" clrIdx="0"/>
  <p:cmAuthor id="523" name="未知用户20" initials="未" lastIdx="1" clrIdx="0"/>
  <p:cmAuthor id="524" name="未知用户250" initials="未" lastIdx="0" clrIdx="0"/>
  <p:cmAuthor id="527" name="未知的使用者217" initials="未" lastIdx="1" clrIdx="1"/>
  <p:cmAuthor id="528" name="Charley" initials="C" lastIdx="1" clrIdx="0"/>
  <p:cmAuthor id="529" name="lilan" initials="l" lastIdx="1" clrIdx="0"/>
  <p:cmAuthor id="532" name="未知用户345" initials="未" lastIdx="1" clrIdx="0"/>
  <p:cmAuthor id="533" name="hmwang" initials="dsc" lastIdx="2" clrIdx="532"/>
  <p:cmAuthor id="536" name="未知用户346" initials="未" lastIdx="3" clrIdx="1"/>
  <p:cmAuthor id="537" name="未知的使用者151" initials="未" lastIdx="1" clrIdx="1"/>
  <p:cmAuthor id="538" name="未知的使用者216" initials="未" lastIdx="1" clrIdx="0"/>
  <p:cmAuthor id="539" name="user" initials="u" lastIdx="1" clrIdx="75"/>
  <p:cmAuthor id="540" name="未知的使用者130" initials="未" lastIdx="8" clrIdx="0"/>
  <p:cmAuthor id="541" name="未知的使用者234" initials="未" lastIdx="10" clrIdx="0"/>
  <p:cmAuthor id="544" name="未知用户256" initials="未" lastIdx="1" clrIdx="0"/>
  <p:cmAuthor id="545" name="dell" initials="d" lastIdx="1" clrIdx="544"/>
  <p:cmAuthor id="547" name="super" initials="s" lastIdx="1" clrIdx="546"/>
  <p:cmAuthor id="548" name="未知的使用者238" initials="未" lastIdx="2" clrIdx="0"/>
  <p:cmAuthor id="549" name="未知的使用者97" initials="未" lastIdx="1" clrIdx="0"/>
  <p:cmAuthor id="551" name="未知用户280" initials="未" lastIdx="5" clrIdx="2"/>
  <p:cmAuthor id="552" name="未知用户200" initials="未知用户200" lastIdx="7" clrIdx="1"/>
  <p:cmAuthor id="553" name="刘晖" initials="刘" lastIdx="1" clrIdx="0"/>
  <p:cmAuthor id="554" name="未知用户190" initials="未" lastIdx="1" clrIdx="1"/>
  <p:cmAuthor id="556" name="Stacy Chiang" initials="S" lastIdx="2" clrIdx="0"/>
  <p:cmAuthor id="557" name="Xia Ting" initials="X" lastIdx="1" clrIdx="0"/>
  <p:cmAuthor id="47245819" name="群智集" initials="群" lastIdx="0" clrIdx="0"/>
  <p:cmAuthor id="558" name="未知用户180" initials="未" lastIdx="8" clrIdx="0"/>
  <p:cmAuthor id="47245820" name="Windows 用户" initials="W用" lastIdx="1" clrIdx="16"/>
  <p:cmAuthor id="559" name="不明使用者54" initials="不" lastIdx="1" clrIdx="1"/>
  <p:cmAuthor id="47245821" name="宋玉坤" initials="W用" lastIdx="1" clrIdx="24"/>
  <p:cmAuthor id="47245822" name="黄 晓贤" initials="黄" lastIdx="2" clrIdx="32"/>
  <p:cmAuthor id="561" name="未知用户94" initials="未" lastIdx="0" clrIdx="0"/>
  <p:cmAuthor id="47245823" name="刘海娜|liuhaina" initials="W用" lastIdx="1" clrIdx="36"/>
  <p:cmAuthor id="562" name="未知用户321" initials="未" lastIdx="1" clrIdx="0"/>
  <p:cmAuthor id="47245824" name="Ball Snow" initials="BS" lastIdx="2" clrIdx="51"/>
  <p:cmAuthor id="47245825" name="A" initials="A" lastIdx="2" clrIdx="45"/>
  <p:cmAuthor id="47245826" name="B" initials="B" lastIdx="2" clrIdx="46"/>
  <p:cmAuthor id="567" name="未知用户320" initials="未" lastIdx="1" clrIdx="1"/>
  <p:cmAuthor id="568" name="FanJQ" initials="F" lastIdx="1" clrIdx="1"/>
  <p:cmAuthor id="569" name="未知用户211" initials="未" lastIdx="8" clrIdx="0"/>
  <p:cmAuthor id="570" name="未知用户212" initials="未" lastIdx="8" clrIdx="0"/>
  <p:cmAuthor id="571" name="未知用户293" initials="未" lastIdx="1" clrIdx="0"/>
  <p:cmAuthor id="572" name="未知用户201" initials="未" lastIdx="8" clrIdx="0"/>
  <p:cmAuthor id="573" name="未知用户161" initials="未" lastIdx="1" clrIdx="0"/>
  <p:cmAuthor id="574" name="未知用户183" initials="未" lastIdx="1" clrIdx="0"/>
  <p:cmAuthor id="575" name="nancy" initials="n" lastIdx="1" clrIdx="0"/>
  <p:cmAuthor id="576" name="未知用户163" initials="未" lastIdx="8" clrIdx="0"/>
  <p:cmAuthor id="577" name="未知的使用者233" initials="未" lastIdx="1" clrIdx="0"/>
  <p:cmAuthor id="578" name="ll z" initials="l" lastIdx="2" clrIdx="0"/>
  <p:cmAuthor id="579" name="未知用户191" initials="未" lastIdx="1" clrIdx="0"/>
  <p:cmAuthor id="580" name="未知用户167" initials="未" lastIdx="1" clrIdx="0"/>
  <p:cmAuthor id="581" name="guanhh" initials="g" lastIdx="3" clrIdx="0"/>
  <p:cmAuthor id="582" name="未知用户169" initials="未" lastIdx="1" clrIdx="0"/>
  <p:cmAuthor id="583" name="未知用户192" initials="未" lastIdx="1" clrIdx="0"/>
  <p:cmAuthor id="584" name="未知用户203" initials="未" lastIdx="1" clrIdx="1"/>
  <p:cmAuthor id="585" name="未知用户175" initials="未" lastIdx="1" clrIdx="0"/>
  <p:cmAuthor id="586" name="未知用户176" initials="未" lastIdx="1" clrIdx="0"/>
  <p:cmAuthor id="587" name="未知用户177" initials="未" lastIdx="2" clrIdx="0"/>
  <p:cmAuthor id="588" name="未知用户184" initials="未" lastIdx="1" clrIdx="1"/>
  <p:cmAuthor id="589" name="未知用户179" initials="未" lastIdx="1" clrIdx="0"/>
  <p:cmAuthor id="590" name="未知用户185" initials="未" lastIdx="1" clrIdx="0"/>
  <p:cmAuthor id="591" name="未知用户181" initials="未" lastIdx="2" clrIdx="0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王嘉偉" initials="王" lastIdx="2" clrIdx="0"/>
  <p:cmAuthor id="597" name="catherine" initials="c" lastIdx="1" clrIdx="1"/>
  <p:cmAuthor id="598" name="未知的使用者88" initials="未" lastIdx="1" clrIdx="0"/>
  <p:cmAuthor id="599" name="未知的使用者89" initials="未" lastIdx="5" clrIdx="0"/>
  <p:cmAuthor id="600" name="未知用户287" initials="未" lastIdx="0" clrIdx="1"/>
  <p:cmAuthor id="601" name="未知用户288" initials="未" lastIdx="1" clrIdx="0"/>
  <p:cmAuthor id="602" name="未知用户289" initials="未" lastIdx="1" clrIdx="0"/>
  <p:cmAuthor id="603" name="未知用户290" initials="未" lastIdx="2" clrIdx="0"/>
  <p:cmAuthor id="604" name="未知用户291" initials="未" lastIdx="8" clrIdx="0"/>
  <p:cmAuthor id="605" name="未知用户292" initials="未" lastIdx="1" clrIdx="0"/>
  <p:cmAuthor id="606" name="未知用户295" initials="未" lastIdx="1" clrIdx="0"/>
  <p:cmAuthor id="607" name="未知用户297" initials="未" lastIdx="1" clrIdx="0"/>
  <p:cmAuthor id="608" name="未知用户310" initials="未" lastIdx="1" clrIdx="0"/>
  <p:cmAuthor id="610" name="未知用户215" initials="未" lastIdx="1" clrIdx="0"/>
  <p:cmAuthor id="611" name="未知用户216" initials="未" lastIdx="1" clrIdx="0"/>
  <p:cmAuthor id="613" name="未知用户243" initials="未" lastIdx="1" clrIdx="0"/>
  <p:cmAuthor id="614" name="未知用户282" initials="未" lastIdx="3" clrIdx="1"/>
  <p:cmAuthor id="615" name="未知用户283" initials="未" lastIdx="1" clrIdx="1"/>
  <p:cmAuthor id="616" name="未知用户213" initials="未" lastIdx="1" clrIdx="0"/>
  <p:cmAuthor id="617" name="未知用户279" initials="未" lastIdx="1" clrIdx="0"/>
  <p:cmAuthor id="618" name="未知用户281" initials="未" lastIdx="1" clrIdx="0"/>
  <p:cmAuthor id="619" name="未知用户284" initials="未" lastIdx="1" clrIdx="0"/>
  <p:cmAuthor id="620" name="Ying Lou" initials="Y" lastIdx="1" clrIdx="187"/>
  <p:cmAuthor id="621" name="未知用户174" initials="未" lastIdx="1" clrIdx="0"/>
  <p:cmAuthor id="622" name="刘佳佳" initials="刘" lastIdx="1" clrIdx="333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未知用户240" initials="未" lastIdx="2" clrIdx="0"/>
  <p:cmAuthor id="629" name="未知用户221" initials="未" lastIdx="43" clrIdx="1"/>
  <p:cmAuthor id="630" name="王 辰斌" initials="王" lastIdx="1" clrIdx="334"/>
  <p:cmAuthor id="631" name="未知用户89" initials="未" lastIdx="1" clrIdx="0"/>
  <p:cmAuthor id="633" name="Carol Kelly" initials="C" lastIdx="1" clrIdx="0"/>
  <p:cmAuthor id="636" name="Unknown User58" initials="U" lastIdx="1" clrIdx="0"/>
  <p:cmAuthor id="637" name="Unknown User55" initials="U" lastIdx="1" clrIdx="1"/>
  <p:cmAuthor id="639" name="Huipeng Cao" initials="H" lastIdx="1" clrIdx="0"/>
  <p:cmAuthor id="640" name="李 雷雨" initials="李" lastIdx="1" clrIdx="0"/>
  <p:cmAuthor id="641" name="91257" initials="9" lastIdx="0" clrIdx="1"/>
  <p:cmAuthor id="642" name="未知用户228" initials="未" lastIdx="1" clrIdx="0"/>
  <p:cmAuthor id="643" name="vicky" initials="v" lastIdx="2" clrIdx="1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不明使用者7" initials="不" lastIdx="7" clrIdx="1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91587970" name="小延魔法师" initials="小" lastIdx="1126286" clrIdx="0"/>
  <p:cmAuthor id="657" name="Carol Wu" initials="C" lastIdx="1" clrIdx="0"/>
  <p:cmAuthor id="691587971" name="李苗苗00086641" initials="李苗苗00086641" lastIdx="5" clrIdx="50"/>
  <p:cmAuthor id="658" name="Think" initials="T" lastIdx="6" clrIdx="3"/>
  <p:cmAuthor id="691587972" name="li hui" initials="lh" lastIdx="1" clrIdx="50"/>
  <p:cmAuthor id="659" name="未知用户303" initials="未" lastIdx="5" clrIdx="1"/>
  <p:cmAuthor id="691587973" name="Gaofugui(Jiangsu,NPS)" initials="G" lastIdx="1" clrIdx="51"/>
  <p:cmAuthor id="660" name="未知用户304" initials="未" lastIdx="1" clrIdx="0"/>
  <p:cmAuthor id="691587974" name="yveschao@foxmail.com" initials="y" lastIdx="7" clrIdx="547"/>
  <p:cmAuthor id="661" name="win7" initials="w" lastIdx="6" clrIdx="0"/>
  <p:cmAuthor id="691587975" name="杨淑婷" initials="杨淑婷" lastIdx="3" clrIdx="548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蓝礼健" initials="蓝" lastIdx="1" clrIdx="0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30" initials="未" lastIdx="3" clrIdx="1"/>
  <p:cmAuthor id="673" name="frankyang" initials="f" lastIdx="1" clrIdx="136"/>
  <p:cmAuthor id="674" name="孟连磊" initials="孟" lastIdx="1" clrIdx="0"/>
  <p:cmAuthor id="675" name="未知用户182" initials="未" lastIdx="1" clrIdx="49"/>
  <p:cmAuthor id="676" name="未知的使用者177" initials="未" lastIdx="8" clrIdx="0"/>
  <p:cmAuthor id="677" name="未知用户354" initials="未" lastIdx="1" clrIdx="0"/>
  <p:cmAuthor id="678" name="未知的使用者221" initials="未" lastIdx="1" clrIdx="0"/>
  <p:cmAuthor id="679" name="未知的使用者222" initials="未" lastIdx="5" clrIdx="1"/>
  <p:cmAuthor id="681" name="winner1 chan" initials="wc" lastIdx="1" clrIdx="334"/>
  <p:cmAuthor id="2000" name="成国强_6jqyBN7N" initials="authorId_8148959" lastIdx="0" clrIdx="0"/>
  <p:cmAuthor id="682" name="未知用户332" initials="未" lastIdx="1" clrIdx="0"/>
  <p:cmAuthor id="2001" name="骆倩怡_Znauj26B" initials="authorId_382814100" lastIdx="0" clrIdx="0"/>
  <p:cmAuthor id="683" name="未知用户217" initials="未" lastIdx="1" clrIdx="0"/>
  <p:cmAuthor id="2002" name="王竑达" initials="王竑达" lastIdx="1" clrIdx="34"/>
  <p:cmAuthor id="684" name="未知用户272" initials="未" lastIdx="10" clrIdx="0"/>
  <p:cmAuthor id="2003" name="梁鹏" initials="u" lastIdx="1" clrIdx="35"/>
  <p:cmAuthor id="685" name="俊晔 邱" initials="俊" lastIdx="1" clrIdx="87"/>
  <p:cmAuthor id="2004" name="范 斌" initials="范" lastIdx="1" clrIdx="36"/>
  <p:cmAuthor id="686" name="annie.gts@outlook.com" initials="a" lastIdx="2" clrIdx="0"/>
  <p:cmAuthor id="2005" name="毕邺" initials="党委办公室" lastIdx="2" clrIdx="37"/>
  <p:cmAuthor id="687" name="杨 升格" initials="杨" lastIdx="2" clrIdx="0"/>
  <p:cmAuthor id="2006" name="jiaru tiger" initials="jt" lastIdx="2" clrIdx="38"/>
  <p:cmAuthor id="689" name="cy" initials="c" lastIdx="1" clrIdx="76"/>
  <p:cmAuthor id="690" name="未知用户222" initials="未" lastIdx="1" clrIdx="0"/>
  <p:cmAuthor id="691" name="璇 安" initials="璇" lastIdx="9" clrIdx="85"/>
  <p:cmAuthor id="692" name="未知用户214" initials="未" lastIdx="2" clrIdx="0"/>
  <p:cmAuthor id="693" name="lxm" initials="l" lastIdx="1" clrIdx="413"/>
  <p:cmAuthor id="694" name="未知用户231" initials="未" lastIdx="1" clrIdx="0"/>
  <p:cmAuthor id="696" name="yesg" initials="y" lastIdx="1" clrIdx="0"/>
  <p:cmAuthor id="699" name="未知用户277" initials="未" lastIdx="1" clrIdx="1"/>
  <p:cmAuthor id="700" name="soling" initials="s" lastIdx="1" clrIdx="2"/>
  <p:cmAuthor id="701" name="李 骁" initials="李" lastIdx="1" clrIdx="0"/>
  <p:cmAuthor id="702" name="未知用户258" initials="未" lastIdx="8" clrIdx="0"/>
  <p:cmAuthor id="703" name="未知的使用者96" initials="未" lastIdx="2" clrIdx="0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未知用户249" initials="未" lastIdx="1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5" name="未知用户319" initials="未" lastIdx="3" clrIdx="0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721" name="wangxinhui" initials="w" lastIdx="1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  <p:cmAuthor id="757" name="未知用户381" initials="未" lastIdx="1" clrIdx="0"/>
  <p:cmAuthor id="758" name="未知用户382" initials="未" lastIdx="1" clrIdx="0"/>
  <p:cmAuthor id="759" name="未知用户383" initials="未" lastIdx="1" clrIdx="0"/>
  <p:cmAuthor id="760" name="未知用户384" initials="未" lastIdx="1" clrIdx="0"/>
  <p:cmAuthor id="761" name="未知用户294" initials="未" lastIdx="8" clrIdx="0"/>
  <p:cmAuthor id="762" name="未知用户385" initials="未" lastIdx="2" clrIdx="0"/>
  <p:cmAuthor id="763" name="未知用户386" initials="未" lastIdx="1" clrIdx="1"/>
  <p:cmAuthor id="764" name="未知用户429" initials="未" lastIdx="1" clrIdx="0"/>
  <p:cmAuthor id="765" name="未知用户348" initials="未" lastIdx="1" clrIdx="0"/>
  <p:cmAuthor id="766" name="未知用户430" initials="未" lastIdx="2" clrIdx="0"/>
  <p:cmAuthor id="767" name="未知用户389" initials="未" lastIdx="1" clrIdx="0"/>
  <p:cmAuthor id="768" name="未知用户350" initials="未" lastIdx="1" clrIdx="0"/>
  <p:cmAuthor id="769" name="未知用户431" initials="未" lastIdx="1" clrIdx="0"/>
  <p:cmAuthor id="770" name="未知用户351" initials="未" lastIdx="8" clrIdx="0"/>
  <p:cmAuthor id="771" name="未知用户432" initials="未" lastIdx="1" clrIdx="0"/>
  <p:cmAuthor id="772" name="未知用户392" initials="未" lastIdx="1" clrIdx="0"/>
  <p:cmAuthor id="773" name="未知用户433" initials="未" lastIdx="1" clrIdx="0"/>
  <p:cmAuthor id="774" name="未知用户434" initials="未" lastIdx="1" clrIdx="0"/>
  <p:cmAuthor id="775" name="未知用户393" initials="未" lastIdx="11" clrIdx="0"/>
  <p:cmAuthor id="776" name="未知用户435" initials="未" lastIdx="7" clrIdx="1"/>
  <p:cmAuthor id="777" name="未知用户356" initials="未" lastIdx="1" clrIdx="2"/>
  <p:cmAuthor id="778" name="未知用户436" initials="未" lastIdx="1" clrIdx="0"/>
  <p:cmAuthor id="779" name="未知用户396" initials="未" lastIdx="1" clrIdx="0"/>
  <p:cmAuthor id="780" name="未知用户437" initials="未" lastIdx="1" clrIdx="1"/>
  <p:cmAuthor id="781" name="未知用户397" initials="未" lastIdx="1" clrIdx="0"/>
  <p:cmAuthor id="782" name="未知用户419" initials="未" lastIdx="1" clrIdx="0"/>
  <p:cmAuthor id="783" name="未知用户399" initials="未" lastIdx="2" clrIdx="0"/>
  <p:cmAuthor id="784" name="未知用户438" initials="未" lastIdx="7" clrIdx="1"/>
  <p:cmAuthor id="785" name="未知用户401" initials="未" lastIdx="43" clrIdx="1"/>
  <p:cmAuthor id="786" name="未知用户402" initials="未" lastIdx="1" clrIdx="0"/>
  <p:cmAuthor id="787" name="未知用户403" initials="未" lastIdx="1" clrIdx="0"/>
  <p:cmAuthor id="788" name="未知用户327" initials="未" lastIdx="1" clrIdx="0"/>
  <p:cmAuthor id="789" name="未知用户404" initials="未" lastIdx="1" clrIdx="0"/>
  <p:cmAuthor id="790" name="未知用户405" initials="未" lastIdx="1" clrIdx="0"/>
  <p:cmAuthor id="791" name="未知用户439" initials="未" lastIdx="2" clrIdx="0"/>
  <p:cmAuthor id="792" name="未知用户406" initials="未" lastIdx="0" clrIdx="0"/>
  <p:cmAuthor id="793" name="未知用户440" initials="未" lastIdx="1" clrIdx="0"/>
  <p:cmAuthor id="794" name="未知用户441" initials="未" lastIdx="1" clrIdx="0"/>
  <p:cmAuthor id="795" name="未知用户442" initials="未" lastIdx="1" clrIdx="0"/>
  <p:cmAuthor id="796" name="未知用户409" initials="未" lastIdx="2" clrIdx="2"/>
  <p:cmAuthor id="797" name="未知用户443" initials="未" lastIdx="1" clrIdx="0"/>
  <p:cmAuthor id="798" name="未知用户411" initials="未" lastIdx="3" clrIdx="1"/>
  <p:cmAuthor id="799" name="未知用户444" initials="未" lastIdx="6" clrIdx="0"/>
  <p:cmAuthor id="800" name="未知用户413" initials="未" lastIdx="1" clrIdx="1"/>
  <p:cmAuthor id="801" name="未知用户445" initials="未" lastIdx="1" clrIdx="0"/>
  <p:cmAuthor id="802" name="未知用户446" initials="未" lastIdx="1" clrIdx="0"/>
  <p:cmAuthor id="803" name="未知用户447" initials="未" lastIdx="1" clrIdx="0"/>
  <p:cmAuthor id="804" name="未知用户448" initials="未" lastIdx="1" clrIdx="0"/>
  <p:cmAuthor id="805" name="未知用户333" initials="未" lastIdx="1" clrIdx="0"/>
  <p:cmAuthor id="806" name="未知用户417" initials="未" lastIdx="1" clrIdx="0"/>
  <p:cmAuthor id="807" name="未知用户449" initials="未" lastIdx="1" clrIdx="0"/>
  <p:cmAuthor id="808" name="未知用户418" initials="未" lastIdx="1" clrIdx="0"/>
  <p:cmAuthor id="809" name="未知用户450" initials="未" lastIdx="6" clrIdx="0"/>
  <p:cmAuthor id="810" name="未知用户423" initials="未" lastIdx="0" clrIdx="0"/>
  <p:cmAuthor id="811" name="未知用户424" initials="未" lastIdx="5" clrIdx="0"/>
  <p:cmAuthor id="812" name="未知用户425" initials="未" lastIdx="3" clrIdx="1"/>
  <p:cmAuthor id="813" name="未知用户451" initials="未" lastIdx="1" clrIdx="0"/>
  <p:cmAuthor id="814" name="未知用户452" initials="未" lastIdx="1" clrIdx="0"/>
  <p:cmAuthor id="815" name="未知用户453" initials="未" lastIdx="1" clrIdx="0"/>
  <p:cmAuthor id="816" name="未知用户454" initials="未" lastIdx="1" clrIdx="2"/>
  <p:cmAuthor id="817" name="未知用户455" initials="未" lastIdx="1" clrIdx="0"/>
  <p:cmAuthor id="818" name="未知用户456" initials="未" lastIdx="1" clrIdx="0"/>
  <p:cmAuthor id="819" name="未知用户457" initials="未" lastIdx="10" clrIdx="0"/>
  <p:cmAuthor id="820" name="未知用户458" initials="未" lastIdx="1" clrIdx="0"/>
  <p:cmAuthor id="821" name="風輕 雲淡" initials="風輕" lastIdx="1" clrIdx="511"/>
  <p:cmAuthor id="822" name="liu yuhang" initials="ly" lastIdx="19" clrIdx="545"/>
  <p:cmAuthor id="823" name="Unknown User70" initials="" lastIdx="0" clrIdx="822"/>
  <p:cmAuthor id="824" name="hanjuncompany" initials="" lastIdx="0" clrIdx="823"/>
  <p:cmAuthor id="825" name="kathy chen" initials="" lastIdx="0" clrIdx="824"/>
  <p:cmAuthor id="826" name="未知的使用者63" initials="" lastIdx="0" clrIdx="825"/>
  <p:cmAuthor id="827" name="未知的使用者127" initials="" lastIdx="0" clrIdx="826"/>
  <p:cmAuthor id="828" name="未知的使用者128" initials="" lastIdx="0" clrIdx="827"/>
  <p:cmAuthor id="829" name="Sara Chen" initials="" lastIdx="0" clrIdx="828"/>
  <p:cmAuthor id="830" name="未知用户170" initials="" lastIdx="0" clrIdx="829"/>
  <p:cmAuthor id="831" name="未知用户171" initials="" lastIdx="0" clrIdx="830"/>
  <p:cmAuthor id="832" name="未知用户172" initials="" lastIdx="0" clrIdx="831"/>
  <p:cmAuthor id="833" name="未知用户173" initials="" lastIdx="0" clrIdx="832"/>
  <p:cmAuthor id="834" name="未知用户149" initials="" lastIdx="0" clrIdx="833"/>
  <p:cmAuthor id="835" name="未知用户150" initials="" lastIdx="0" clrIdx="834"/>
  <p:cmAuthor id="836" name="未知用户151" initials="" lastIdx="0" clrIdx="835"/>
  <p:cmAuthor id="394525608" name="仇怿俊" initials="仇" lastIdx="0" clrIdx="0"/>
  <p:cmAuthor id="837" name="未知用户152" initials="" lastIdx="0" clrIdx="836"/>
  <p:cmAuthor id="394525609" name="wangxiaoxuan@ha.cmcc" initials="w" lastIdx="1" clrIdx="34"/>
  <p:cmAuthor id="838" name="未知用户153" initials="" lastIdx="0" clrIdx="837"/>
  <p:cmAuthor id="394525610" name="Li Pengling" initials="LP" lastIdx="1" clrIdx="30"/>
  <p:cmAuthor id="839" name="未知用户154" initials="" lastIdx="0" clrIdx="838"/>
  <p:cmAuthor id="840" name="未知用户155" initials="" lastIdx="0" clrIdx="839"/>
  <p:cmAuthor id="841" name="未知用户41" initials="" lastIdx="0" clrIdx="840"/>
  <p:cmAuthor id="559801588" name="李林林" initials="李" lastIdx="0" clrIdx="0"/>
  <p:cmAuthor id="842" name="未知用户44" initials="" lastIdx="0" clrIdx="841"/>
  <p:cmAuthor id="559801589" name="lin li" initials="ll" lastIdx="22" clrIdx="1"/>
  <p:cmAuthor id="843" name="未知用户45" initials="" lastIdx="0" clrIdx="842"/>
  <p:cmAuthor id="559801590" name="595434287@qq.com" initials="5" lastIdx="1" clrIdx="10"/>
  <p:cmAuthor id="844" name="未知用户156" initials="" lastIdx="0" clrIdx="843"/>
  <p:cmAuthor id="559801591" name="345175348@qq.com" initials="3" lastIdx="1" clrIdx="15"/>
  <p:cmAuthor id="845" name="未知用户64" initials="" lastIdx="0" clrIdx="844"/>
  <p:cmAuthor id="559801592" name="李 奕霖" initials="李" lastIdx="1" clrIdx="18"/>
  <p:cmAuthor id="846" name="未知用户65" initials="" lastIdx="0" clrIdx="845"/>
  <p:cmAuthor id="559801593" name="敬泉 李" initials="敬泉" lastIdx="1" clrIdx="29"/>
  <p:cmAuthor id="847" name="未知用户68" initials="" lastIdx="0" clrIdx="846"/>
  <p:cmAuthor id="848" name="未知用户69" initials="" lastIdx="0" clrIdx="847"/>
  <p:cmAuthor id="849" name="未知用户70" initials="" lastIdx="0" clrIdx="848"/>
  <p:cmAuthor id="850" name="未知用户71" initials="" lastIdx="0" clrIdx="849"/>
  <p:cmAuthor id="851" name="MA15" initials="" lastIdx="0" clrIdx="850"/>
  <p:cmAuthor id="852" name=" " initials="" lastIdx="0" clrIdx="851"/>
  <p:cmAuthor id="853" name="刘春杰10244342" initials="刘春杰10244342" lastIdx="0" clrIdx="852"/>
  <p:cmAuthor id="854" name="未知用户116" initials="" lastIdx="0" clrIdx="853"/>
  <p:cmAuthor id="855" name="冯江宁" initials="U" lastIdx="0" clrIdx="854"/>
  <p:cmAuthor id="856" name="weihua zhou" initials="wz" lastIdx="0" clrIdx="855"/>
  <p:cmAuthor id="857" name="jyy" initials="" lastIdx="0" clrIdx="856"/>
  <p:cmAuthor id="858" name="Kevin Hu" initials="" lastIdx="0" clrIdx="857"/>
  <p:cmAuthor id="859" name="未知的使用者8" initials="" lastIdx="0" clrIdx="858"/>
  <p:cmAuthor id="860" name="不明使用者56" initials="" lastIdx="0" clrIdx="859"/>
  <p:cmAuthor id="861" name="P00035_jeremy" initials="" lastIdx="0" clrIdx="860"/>
  <p:cmAuthor id="862" name="未知的使用者13" initials="" lastIdx="0" clrIdx="861"/>
  <p:cmAuthor id="863" name="未知用户117" initials="" lastIdx="0" clrIdx="862"/>
  <p:cmAuthor id="864" name="未知用户109" initials="" lastIdx="0" clrIdx="863"/>
  <p:cmAuthor id="865" name="mei shuo" initials="mei shuo" lastIdx="0" clrIdx="864"/>
  <p:cmAuthor id="866" name="Eraser-CV_732yNZVB" initials="authorId_935319539" lastIdx="0" clrIdx="865"/>
  <p:cmAuthor id="867" name="张静_Anua7Nne" initials="authorId_935319063" lastIdx="0" clrIdx="866"/>
  <p:cmAuthor id="868" name="未知的使用者29" initials="" lastIdx="0" clrIdx="867"/>
  <p:cmAuthor id="869" name="Sky123.Org" initials="" lastIdx="0" clrIdx="868"/>
  <p:cmAuthor id="870" name="张宏伟" initials="张" lastIdx="0" clrIdx="869"/>
  <p:cmAuthor id="871" name="刘豹" initials="刘" lastIdx="0" clrIdx="870"/>
  <p:cmAuthor id="872" name="史璐瑶" initials="史" lastIdx="0" clrIdx="871"/>
  <p:cmAuthor id="873" name="幺以谦" initials="幺" lastIdx="0" clrIdx="872"/>
  <p:cmAuthor id="874" name="张妍" initials="张" lastIdx="0" clrIdx="873"/>
  <p:cmAuthor id="875" name="Ted Su" initials="T" lastIdx="0" clrIdx="874"/>
  <p:cmAuthor id="876" name="18937034561@189.cn" initials="1" lastIdx="0" clrIdx="875"/>
  <p:cmAuthor id="877" name="未知的使用者155" initials="未" lastIdx="0" clrIdx="876"/>
  <p:cmAuthor id="878" name="Heero" initials="H" lastIdx="0" clrIdx="877"/>
  <p:cmAuthor id="879" name="GZlxy" initials="G" lastIdx="0" clrIdx="878"/>
  <p:cmAuthor id="880" name="admin" initials="a" lastIdx="0" clrIdx="879"/>
  <p:cmAuthor id="881" name="黄欢" initials="h" lastIdx="0" clrIdx="880"/>
  <p:cmAuthor id="882" name="未知的使用者9" initials="" lastIdx="0" clrIdx="881"/>
  <p:cmAuthor id="883" name="luzp1" initials="" lastIdx="0" clrIdx="882"/>
  <p:cmAuthor id="884" name="1206988966@qq.com" initials="1" lastIdx="0" clrIdx="883"/>
  <p:cmAuthor id="885" name="姜伟光" initials="姜" lastIdx="0" clrIdx="884"/>
  <p:cmAuthor id="886" name="余婧" initials="余" lastIdx="0" clrIdx="885"/>
  <p:cmAuthor id="887" name="尤鑫" initials="A" lastIdx="0" clrIdx="886"/>
  <p:cmAuthor id="888" name="szshih" initials="s" lastIdx="0" clrIdx="887"/>
  <p:cmAuthor id="889" name="2605160504@qq.com" initials="2" lastIdx="0" clrIdx="888"/>
  <p:cmAuthor id="890" name="Ma JH" initials="MJ" lastIdx="0" clrIdx="889"/>
  <p:cmAuthor id="891" name="ming qiu" initials="m" lastIdx="0" clrIdx="890"/>
  <p:cmAuthor id="892" name="吴虹欣" initials="吴" lastIdx="0" clrIdx="891"/>
  <p:cmAuthor id="898" name="毛亮" initials="毛" lastIdx="0" clrIdx="897"/>
  <p:cmAuthor id="899" name="刘谷" initials="刘" lastIdx="0" clrIdx="898"/>
  <p:cmAuthor id="904" name="針對所選的門市進行小範圍實驗，捕捉驅動績效的關鍵影響因子" initials="針" lastIdx="0" clrIdx="903"/>
  <p:cmAuthor id="906" name="翔 张" initials="翔" lastIdx="0" clrIdx="905"/>
  <p:cmAuthor id="908" name="10033224" initials="1" lastIdx="0" clrIdx="907"/>
  <p:cmAuthor id="909" name="未知用户99" initials="" lastIdx="0" clrIdx="908"/>
  <p:cmAuthor id="910" name="10045953" initials="1" lastIdx="0" clrIdx="909"/>
  <p:cmAuthor id="911" name="maxine" initials="" lastIdx="0" clrIdx="910"/>
  <p:cmAuthor id="912" name="未知的使用者12" initials="" lastIdx="0" clrIdx="911"/>
  <p:cmAuthor id="913" name="18988" initials="1" lastIdx="0" clrIdx="912"/>
  <p:cmAuthor id="914" name="未知的使用者27" initials="" lastIdx="0" clrIdx="913"/>
  <p:cmAuthor id="915" name="涛娜" initials="涛" lastIdx="0" clrIdx="914"/>
  <p:cmAuthor id="916" name="未知的使用者30" initials="" lastIdx="0" clrIdx="915"/>
  <p:cmAuthor id="917" name="未知用户66" initials="" lastIdx="0" clrIdx="916"/>
  <p:cmAuthor id="918" name="侯 林" initials="侯" lastIdx="0" clrIdx="917"/>
  <p:cmAuthor id="919" name="陈驹洲" initials="A" lastIdx="0" clrIdx="918"/>
  <p:cmAuthor id="920" name="未知用户1" initials="未知用户1" lastIdx="0" clrIdx="919"/>
  <p:cmAuthor id="921" name="未知用户3" initials="未知用户3" lastIdx="0" clrIdx="920"/>
  <p:cmAuthor id="922" name="未知用户4" initials="未知用户4" lastIdx="0" clrIdx="921"/>
  <p:cmAuthor id="924" name="章梦滢" initials="章" lastIdx="0" clrIdx="923"/>
  <p:cmAuthor id="925" name="Chris French" initials="C" lastIdx="0" clrIdx="924"/>
  <p:cmAuthor id="926" name="yuan" initials="y" lastIdx="0" clrIdx="925"/>
  <p:cmAuthor id="927" name="汪庆涛" initials="汪" lastIdx="0" clrIdx="926"/>
  <p:cmAuthor id="928" name="lantian" initials="l" lastIdx="0" clrIdx="927"/>
  <p:cmAuthor id="929" name="庞付娟" initials="庞" lastIdx="0" clrIdx="928"/>
  <p:cmAuthor id="930" name="a" initials="a" lastIdx="0" clrIdx="929"/>
  <p:cmAuthor id="931" name="18043170808" initials="1" lastIdx="0" clrIdx="930"/>
  <p:cmAuthor id="933" name="陈冰靓" initials="陈" lastIdx="0" clrIdx="932"/>
  <p:cmAuthor id="935" name="chen xiaoling" initials="c" lastIdx="0" clrIdx="934"/>
  <p:cmAuthor id="936" name="叶 俊锋" initials="叶" lastIdx="0" clrIdx="935"/>
  <p:cmAuthor id="937" name="YANGCHENG" initials="Y" lastIdx="0" clrIdx="936"/>
  <p:cmAuthor id="939" name="renl@cndatacom.com" initials="" lastIdx="0" clrIdx="938"/>
  <p:cmAuthor id="940" name="why" initials="w" lastIdx="0" clrIdx="939"/>
  <p:cmAuthor id="941" name="wuyizhe" initials="w" lastIdx="0" clrIdx="940"/>
  <p:cmAuthor id="424366769" name="賀" initials="賀" lastIdx="1" clrIdx="12"/>
  <p:cmAuthor id="942" name="huangxiaowu" initials="h" lastIdx="0" clrIdx="941"/>
  <p:cmAuthor id="943" name="SKY" initials="S" lastIdx="0" clrIdx="942"/>
  <p:cmAuthor id="944" name="li chen" initials="l" lastIdx="0" clrIdx="943"/>
  <p:cmAuthor id="945" name="黄 佳昕" initials="黄" lastIdx="0" clrIdx="944"/>
  <p:cmAuthor id="946" name="李 玉飞" initials="李" lastIdx="0" clrIdx="945"/>
  <p:cmAuthor id="947" name="李 惠" initials="李" lastIdx="0" clrIdx="946"/>
  <p:cmAuthor id="948" name="吴 育明" initials="吴" lastIdx="0" clrIdx="947"/>
  <p:cmAuthor id="949" name="19140" initials="1" lastIdx="0" clrIdx="948"/>
  <p:cmAuthor id="950" name="刘沐妍" initials="刘" lastIdx="0" clrIdx="949"/>
  <p:cmAuthor id="951" name="shouzhan" initials="s" lastIdx="0" clrIdx="950"/>
  <p:cmAuthor id="952" name="杨 晓彤" initials="杨" lastIdx="0" clrIdx="951"/>
  <p:cmAuthor id="953" name="姜伟齐" initials="姜" lastIdx="0" clrIdx="952"/>
  <p:cmAuthor id="954" name="陈虹" initials="陈" lastIdx="0" clrIdx="953"/>
  <p:cmAuthor id="955" name="JIDI" initials="J" lastIdx="0" clrIdx="954"/>
  <p:cmAuthor id="956" name="木木" initials="木" lastIdx="0" clrIdx="955"/>
  <p:cmAuthor id="957" name="Deng weihua" initials="D" lastIdx="0" clrIdx="956"/>
  <p:cmAuthor id="958" name="邹维敏" initials="邹" lastIdx="0" clrIdx="957"/>
  <p:cmAuthor id="959" name="Dlj0533" initials="D" lastIdx="0" clrIdx="958"/>
  <p:cmAuthor id="960" name="杨淑淇❀" initials="杨" lastIdx="0" clrIdx="959"/>
  <p:cmAuthor id="961" name="Xinyi" initials="X" lastIdx="0" clrIdx="960"/>
  <p:cmAuthor id="962" name="朱云" initials="朱" lastIdx="0" clrIdx="961"/>
  <p:cmAuthor id="963" name="zhaoxx" initials="z" lastIdx="0" clrIdx="962"/>
  <p:cmAuthor id="964" name="yunshengjun" initials="y" lastIdx="0" clrIdx="963"/>
  <p:cmAuthor id="965" name="IdeaNova-manager" initials="I" lastIdx="0" clrIdx="964"/>
  <p:cmAuthor id="966" name="konglu2012@126.com" initials="k" lastIdx="0" clrIdx="965"/>
  <p:cmAuthor id="967" name="Liang Dong" initials="L" lastIdx="0" clrIdx="966"/>
  <p:cmAuthor id="968" name="王潇" initials="王" lastIdx="0" clrIdx="967"/>
  <p:cmAuthor id="969" name="liushiyuan" initials="l" lastIdx="0" clrIdx="968"/>
  <p:cmAuthor id="970" name="张玮" initials="张" lastIdx="0" clrIdx="969"/>
  <p:cmAuthor id="971" name="TPL-1803-310253" initials="T" lastIdx="0" clrIdx="970"/>
  <p:cmAuthor id="972" name="梁柏川" initials="梁" lastIdx="0" clrIdx="971"/>
  <p:cmAuthor id="973" name="Keve" initials="K" lastIdx="0" clrIdx="972"/>
  <p:cmAuthor id="974" name="陆 先生" initials="陆" lastIdx="0" clrIdx="973"/>
  <p:cmAuthor id="975" name="瞿 梅" initials="瞿" lastIdx="0" clrIdx="974"/>
  <p:cmAuthor id="976" name="wenxing" initials="w" lastIdx="0" clrIdx="975"/>
  <p:cmAuthor id="977" name="NINGMEI" initials="N" lastIdx="0" clrIdx="976"/>
  <p:cmAuthor id="978" name="sl" initials="s" lastIdx="0" clrIdx="977"/>
  <p:cmAuthor id="979" name="guo yin" initials="gy" lastIdx="0" clrIdx="978"/>
  <p:cmAuthor id="980" name="SC-CD-YX3B-备用HP1" initials="S" lastIdx="0" clrIdx="979"/>
  <p:cmAuthor id="981" name="abc" initials="a" lastIdx="0" clrIdx="980"/>
  <p:cmAuthor id="982" name="紫藤无语" initials="紫" lastIdx="0" clrIdx="981"/>
  <p:cmAuthor id="983" name="赵云" initials="赵" lastIdx="0" clrIdx="982"/>
  <p:cmAuthor id="984" name="wangyan" initials="w" lastIdx="0" clrIdx="983"/>
  <p:cmAuthor id="985" name="yyb" initials="y" lastIdx="0" clrIdx="984"/>
  <p:cmAuthor id="986" name="刘薇" initials="刘" lastIdx="0" clrIdx="985"/>
  <p:cmAuthor id="987" name="段瑞祥" initials="段" lastIdx="0" clrIdx="986"/>
  <p:cmAuthor id="988" name="孙珍珍" initials="孙" lastIdx="0" clrIdx="987"/>
  <p:cmAuthor id="989" name="李蓓" initials="李" lastIdx="0" clrIdx="988"/>
  <p:cmAuthor id="990" name="童 灏" initials="童" lastIdx="0" clrIdx="989"/>
  <p:cmAuthor id="991" name="yJQ" initials="y" lastIdx="0" clrIdx="990"/>
  <p:cmAuthor id="992" name="俊" initials="俊" lastIdx="0" clrIdx="991"/>
  <p:cmAuthor id="993" name="曾美健" initials="曾" lastIdx="0" clrIdx="992"/>
  <p:cmAuthor id="994" name="肖婧" initials="肖" lastIdx="0" clrIdx="993"/>
  <p:cmAuthor id="995" name="碎声" initials="碎" lastIdx="0" clrIdx="994"/>
  <p:cmAuthor id="996" name="微信用户" initials="微" lastIdx="0" clrIdx="995"/>
  <p:cmAuthor id="997" name="周建成" initials="周" lastIdx="0" clrIdx="996"/>
  <p:cmAuthor id="998" name="金鱼·张晨·远想·项目经理" initials="金" lastIdx="0" clrIdx="997"/>
  <p:cmAuthor id="999" name="JOHNNY GAO" initials="JG" lastIdx="0" clrIdx="998"/>
  <p:cmAuthor id="1000" name="江 玲" initials="江" lastIdx="0" clrIdx="999"/>
  <p:cmAuthor id="1001" name="董家伟" initials="董" lastIdx="0" clrIdx="1000"/>
  <p:cmAuthor id="1002" name="肖雪杉" initials="肖" lastIdx="0" clrIdx="1001"/>
  <p:cmAuthor id="1003" name="巧克力" initials="巧" lastIdx="0" clrIdx="1002"/>
  <p:cmAuthor id="1004" name="C—Lily" initials="C" lastIdx="0" clrIdx="1003"/>
  <p:cmAuthor id="1005" name="JS-HA-ZSB-孙文涛" initials="J" lastIdx="0" clrIdx="1004"/>
  <p:cmAuthor id="1006" name="李恋春" initials="李" lastIdx="0" clrIdx="1005"/>
  <p:cmAuthor id="1007" name="石磊" initials="石磊" lastIdx="0" clrIdx="1006"/>
  <p:cmAuthor id="1008" name="likq06" initials="l" lastIdx="0" clrIdx="1007"/>
  <p:cmAuthor id="1009" name="wangjing48" initials="w" lastIdx="0" clrIdx="1008"/>
  <p:cmAuthor id="1010" name="李巾" initials="李" lastIdx="0" clrIdx="1009"/>
  <p:cmAuthor id="1011" name="阚吉伟" initials="阚" lastIdx="0" clrIdx="1010"/>
  <p:cmAuthor id="1012" name="阚 兴龙" initials="阚" lastIdx="0" clrIdx="1011"/>
  <p:cmAuthor id="1013" name="马 天宁" initials="马" lastIdx="0" clrIdx="1012"/>
  <p:cmAuthor id="1014" name="di wui" initials="d" lastIdx="0" clrIdx="1013"/>
  <p:cmAuthor id="1015" name="Alina" initials="A" lastIdx="0" clrIdx="1014"/>
  <p:cmAuthor id="1016" name="杨林" initials="杨" lastIdx="0" clrIdx="1015"/>
  <p:cmAuthor id="1017" name="gucy05" initials="g" lastIdx="0" clrIdx="1016"/>
  <p:cmAuthor id="1019" name="lu tong" initials="l" lastIdx="0" clrIdx="1018"/>
  <p:cmAuthor id="1020" name="张清霞" initials="张" lastIdx="0" clrIdx="1019"/>
  <p:cmAuthor id="1021" name="yangshh" initials="y" lastIdx="0" clrIdx="1020"/>
  <p:cmAuthor id="1022" name="宋 晨" initials="宋" lastIdx="0" clrIdx="1021"/>
  <p:cmAuthor id="1023" name="梁伟莎莎莎" initials="梁" lastIdx="0" clrIdx="1022"/>
  <p:cmAuthor id="1024" name="丶PanH" initials="丶" lastIdx="0" clrIdx="1023"/>
  <p:cmAuthor id="1025" name="VG" initials="V" lastIdx="0" clrIdx="1024"/>
  <p:cmAuthor id="1026" name="Appleqi" initials="A" lastIdx="0" clrIdx="1025"/>
  <p:cmAuthor id="1027" name="zora" initials="z" lastIdx="0" clrIdx="1026"/>
  <p:cmAuthor id="1028" name="智慧" initials="智" lastIdx="0" clrIdx="1027"/>
  <p:cmAuthor id="1029" name="D...la" initials="D" lastIdx="0" clrIdx="1028"/>
  <p:cmAuthor id="1030" name="YangLanchun" initials="Y" lastIdx="0" clrIdx="1029"/>
  <p:cmAuthor id="1031" name="biu～" initials="b" lastIdx="0" clrIdx="1030"/>
  <p:cmAuthor id="1032" name="灰与幻想" initials="灰" lastIdx="0" clrIdx="1031"/>
  <p:cmAuthor id="1033" name="cony" initials="c" lastIdx="0" clrIdx="1032"/>
  <p:cmAuthor id="1034" name="wangjie²⁰¹⁸" initials="w" lastIdx="0" clrIdx="1033"/>
  <p:cmAuthor id="1035" name="郭大军" initials="郭" lastIdx="0" clrIdx="1034"/>
  <p:cmAuthor id="1036" name="佳菲猫JF" initials="佳" lastIdx="0" clrIdx="1035"/>
  <p:cmAuthor id="1037" name="美好未曾遗失" initials="美" lastIdx="0" clrIdx="1036"/>
  <p:cmAuthor id="1038" name="兔兔" initials="兔" lastIdx="0" clrIdx="1037"/>
  <p:cmAuthor id="1039" name="Lxm100%" initials="L" lastIdx="0" clrIdx="1038"/>
  <p:cmAuthor id="1040" name="Jeffrey" initials="J" lastIdx="0" clrIdx="1039"/>
  <p:cmAuthor id="1041" name="快子" initials="快" lastIdx="0" clrIdx="1040"/>
  <p:cmAuthor id="1042" name="WPS_1696912838" initials="W" lastIdx="0" clrIdx="1041"/>
  <p:cmAuthor id="1043" name="未知用户9" initials="未知用户9" lastIdx="0" clrIdx="1042"/>
  <p:cmAuthor id="1044" name="未知用户10" initials="未知用户10" lastIdx="0" clrIdx="1043"/>
  <p:cmAuthor id="1045" name="未知用户11" initials="未知用户11" lastIdx="0" clrIdx="1044"/>
  <p:cmAuthor id="1046" name="未知用户86" initials="未" lastIdx="0" clrIdx="1045"/>
  <p:cmAuthor id="1047" name="未知用户63" initials="未" lastIdx="0" clrIdx="1046"/>
  <p:cmAuthor id="1048" name="未知用户54" initials="未知用户54" lastIdx="0" clrIdx="1047"/>
  <p:cmAuthor id="1049" name="未知用户85" initials="未知用户85" lastIdx="0" clrIdx="1048"/>
  <p:cmAuthor id="1050" name="未知用户87" initials="未知用户87" lastIdx="0" clrIdx="1049"/>
  <p:cmAuthor id="1051" name="未知用户88" initials="未知用户88" lastIdx="0" clrIdx="1050"/>
  <p:cmAuthor id="1052" name="未知用户95" initials="未知用户95" lastIdx="0" clrIdx="1051"/>
  <p:cmAuthor id="1053" name="未知用户103" initials="未知用户103" lastIdx="0" clrIdx="1052"/>
  <p:cmAuthor id="1054" name="未知用户105" initials="未知用户105" lastIdx="0" clrIdx="1053"/>
  <p:cmAuthor id="1055" name="未知用户107" initials="未知用户107" lastIdx="0" clrIdx="1054"/>
  <p:cmAuthor id="1056" name="未知用户110" initials="未知用户110" lastIdx="0" clrIdx="1055"/>
  <p:cmAuthor id="1057" name=".众有" initials="." lastIdx="0" clrIdx="1056"/>
  <p:cmAuthor id="1058" name="王路_6ze2rae6" initials="authorId_1297-4175380" lastIdx="0" clrIdx="1057"/>
  <p:cmAuthor id="1059" name="邢绍文" initials="邢" lastIdx="0" clrIdx="1058"/>
  <p:cmAuthor id="1060" name="李 嘉" initials="李" lastIdx="0" clrIdx="1059"/>
  <p:cmAuthor id="1061" name="汪 丹丹" initials="汪" lastIdx="0" clrIdx="1060"/>
  <p:cmAuthor id="1063" name="沙俊杰00140688" initials="沙俊杰00140688" lastIdx="0" clrIdx="1062"/>
  <p:cmAuthor id="1064" name="黄静" initials="h" lastIdx="0" clrIdx="1063"/>
  <p:cmAuthor id="1065" name="黄 舒婷" initials="黄" lastIdx="0" clrIdx="1064"/>
  <p:cmAuthor id="1066" name="蔡佩华" initials="a" lastIdx="0" clrIdx="1065"/>
  <p:cmAuthor id="1067" name="Ying Liang" initials="YL" lastIdx="0" clrIdx="1066"/>
  <p:cmAuthor id="1068" name="范日怀" initials="范" lastIdx="0" clrIdx="1067"/>
  <p:cmAuthor id="1069" name="随丹" initials="随" lastIdx="0" clrIdx="1068"/>
  <p:cmAuthor id="1070" name="师晓雪|ayshixiaoxue" initials="师" lastIdx="0" clrIdx="1069"/>
  <p:cmAuthor id="1071" name="亮" initials="亮" lastIdx="0" clrIdx="1070"/>
  <p:cmAuthor id="1072" name="红旗的理想" initials="红" lastIdx="0" clrIdx="1071"/>
  <p:cmAuthor id="1073" name="shq316" initials="s" lastIdx="0" clrIdx="1072"/>
  <p:cmAuthor id="1074" name="shq316@vod365.com" initials="s" lastIdx="0" clrIdx="1073"/>
  <p:cmAuthor id="1075" name="yang fengyu" initials="yf" lastIdx="0" clrIdx="1074"/>
  <p:cmAuthor id="1076" name="李 鑫" initials="李" lastIdx="0" clrIdx="1075"/>
  <p:cmAuthor id="1077" name="Lydia" initials="L" lastIdx="0" clrIdx="1076"/>
  <p:cmAuthor id="1078" name="提笔忘字" initials="提" lastIdx="0" clrIdx="1077"/>
  <p:cmAuthor id="1079" name="耶耶耶" initials="耶" lastIdx="0" clrIdx="1078"/>
  <p:cmAuthor id="1080" name="刘浩" initials="刘" lastIdx="0" clrIdx="1079"/>
  <p:cmAuthor id="353158055" name="韩雨" initials="韩" lastIdx="0" clrIdx="0"/>
  <p:cmAuthor id="1081" name="Vivian Liu" initials="VL" lastIdx="0" clrIdx="1080"/>
  <p:cmAuthor id="1082" name="杨 贺春" initials="杨" lastIdx="0" clrIdx="1081"/>
  <p:cmAuthor id="1083" name="伟哥" initials="伟哥" lastIdx="0" clrIdx="1082"/>
  <p:cmAuthor id="1084" name="wlj352" initials="w" lastIdx="0" clrIdx="1083"/>
  <p:cmAuthor id="1085" name="朗 月" initials="朗" lastIdx="0" clrIdx="1084"/>
  <p:cmAuthor id="1086" name="未知用户488" initials="未" lastIdx="0" clrIdx="1085"/>
  <p:cmAuthor id="1087" name="未知用户482" initials="未" lastIdx="0" clrIdx="1086"/>
  <p:cmAuthor id="1088" name="大雪妖 " initials="大" lastIdx="0" clrIdx="1087"/>
  <p:cmAuthor id="1089" name="君の名は。" initials="君" lastIdx="0" clrIdx="1088"/>
  <p:cmAuthor id="1090" name="高阳" initials="高" lastIdx="0" clrIdx="1089"/>
  <p:cmAuthor id="1091" name="GSTA-ZhR" initials="G" lastIdx="0" clrIdx="1090"/>
  <p:cmAuthor id="1092" name="止夏末" initials="止" lastIdx="0" clrIdx="1091"/>
  <p:cmAuthor id="1093" name="润斌 黄" initials="润黄" lastIdx="0" clrIdx="1092"/>
  <p:cmAuthor id="1094" name="赵永成" initials="赵" lastIdx="0" clrIdx="1093"/>
  <p:cmAuthor id="1095" name="lilj1" initials="l" lastIdx="0" clrIdx="1094"/>
  <p:cmAuthor id="1096" name="16640" initials="1" lastIdx="0" clrIdx="1095"/>
  <p:cmAuthor id="1097" name="未知用户422" initials="未" lastIdx="0" clrIdx="1096"/>
  <p:cmAuthor id="1098" name="hufang" initials="h" lastIdx="0" clrIdx="1097"/>
  <p:cmAuthor id="1099" name="wink" initials="w" lastIdx="0" clrIdx="1098"/>
  <p:cmAuthor id="1100" name="sophia" initials="s" lastIdx="0" clrIdx="1099"/>
  <p:cmAuthor id="1101" name="冯远" initials="冯" lastIdx="0" clrIdx="1100"/>
  <p:cmAuthor id="1102" name="CN=娄川川/OU=河南/O=chtc" initials="L" lastIdx="0" clrIdx="1101"/>
  <p:cmAuthor id="1103" name="李进进" initials="李" lastIdx="0" clrIdx="1102"/>
  <p:cmAuthor id="1104" name="X280" initials="X" lastIdx="0" clrIdx="1103"/>
  <p:cmAuthor id="1105" name="番茄^_^" initials="番" lastIdx="0" clrIdx="1104"/>
  <p:cmAuthor id="1106" name="yudi lin" initials="y" lastIdx="0" clrIdx="1105"/>
  <p:cmAuthor id="1107" name="初七之月亮" initials="初" lastIdx="0" clrIdx="1106"/>
  <p:cmAuthor id="1108" name="李宁" initials="李" lastIdx="0" clrIdx="1107"/>
  <p:cmAuthor id="1109" name="项军杨" initials="项" lastIdx="0" clrIdx="1108"/>
  <p:cmAuthor id="1111" name="康斯坦尼斯拉夫斯基" initials="康" lastIdx="0" clrIdx="1110"/>
  <p:cmAuthor id="1112" name="温蒂" initials="温" lastIdx="0" clrIdx="1111"/>
  <p:cmAuthor id="1113" name="Tea" initials="T" lastIdx="0" clrIdx="1112"/>
  <p:cmAuthor id="1114" name="刁航宇" initials="刁" lastIdx="0" clrIdx="1113"/>
  <p:cmAuthor id="1115" name=" LION" initials=" " lastIdx="0" clrIdx="1114"/>
  <p:cmAuthor id="1116" name="LBB" initials="L" lastIdx="0" clrIdx="1115"/>
  <p:cmAuthor id="1117" name="西赆南琛" initials="西" lastIdx="0" clrIdx="1116"/>
  <p:cmAuthor id="1118" name="与荒野匆匆独白" initials="与" lastIdx="0" clrIdx="1117"/>
  <p:cmAuthor id="1119" name="李亮" initials="李" lastIdx="0" clrIdx="1118"/>
  <p:cmAuthor id="1120" name="夏先生" initials="夏" lastIdx="0" clrIdx="1119"/>
  <p:cmAuthor id="1121" name="niuniu" initials="n" lastIdx="0" clrIdx="1120"/>
  <p:cmAuthor id="1122" name="honor" initials="h" lastIdx="0" clrIdx="1121"/>
  <p:cmAuthor id="1123" name="ccc" initials="c" lastIdx="0" clrIdx="1122"/>
  <p:cmAuthor id="1124" name="天天" initials="天" lastIdx="0" clrIdx="1123"/>
  <p:cmAuthor id="1125" name="PENG" initials="P" lastIdx="0" clrIdx="1124"/>
  <p:cmAuthor id="1126" name="想" initials="想" lastIdx="0" clrIdx="1125"/>
  <p:cmAuthor id="1127" name="杜立旺" initials="杜" lastIdx="0" clrIdx="1126"/>
  <p:cmAuthor id="1128" name="小州Gg" initials="小" lastIdx="0" clrIdx="1127"/>
  <p:cmAuthor id="1129" name="00190724" initials="0" lastIdx="0" clrIdx="1128"/>
  <p:cmAuthor id="1130" name="风之子" initials="风" lastIdx="0" clrIdx="1129"/>
  <p:cmAuthor id="1131" name="胡成飞" initials="胡" lastIdx="0" clrIdx="1130"/>
  <p:cmAuthor id="1132" name="10351191" initials="1" lastIdx="0" clrIdx="1131"/>
  <p:cmAuthor id="1133" name="10015063" initials="1" lastIdx="0" clrIdx="1132"/>
  <p:cmAuthor id="1134" name="马宇媛" initials="马" lastIdx="0" clrIdx="1133"/>
  <p:cmAuthor id="1135" name="HP" initials="H" lastIdx="0" clrIdx="1134"/>
  <p:cmAuthor id="1136" name="洋仔" initials="洋" lastIdx="0" clrIdx="1135"/>
  <p:cmAuthor id="1137" name="liuti" initials="l" lastIdx="0" clrIdx="1136"/>
  <p:cmAuthor id="1138" name="00263262" initials="0" lastIdx="0" clrIdx="1137"/>
  <p:cmAuthor id="1139" name="hw" initials="h" lastIdx="0" clrIdx="1138"/>
  <p:cmAuthor id="1140" name="半暖时光" initials="半" lastIdx="0" clrIdx="1139"/>
  <p:cmAuthor id="1141" name="刘艳群" initials="刘" lastIdx="0" clrIdx="1140"/>
  <p:cmAuthor id="1142" name="依依" initials="依" lastIdx="0" clrIdx="1141"/>
  <p:cmAuthor id="1143" name="huangjin" initials="h" lastIdx="0" clrIdx="1142"/>
  <p:cmAuthor id="1144" name="刘莎_Rnie2Mv6" initials="authorId_1390812686" lastIdx="0" clrIdx="1143"/>
  <p:cmAuthor id="1145" name="卢春尉" initials="卢" lastIdx="0" clrIdx="1144"/>
  <p:cmAuthor id="1146" name="Ellen" initials="E" lastIdx="0" clrIdx="1145"/>
  <p:cmAuthor id="1147" name="谢学斌" initials="谢" lastIdx="0" clrIdx="1146"/>
  <p:cmAuthor id="1148" name="jialuo" initials="j" lastIdx="0" clrIdx="1147"/>
  <p:cmAuthor id="1149" name="林奇" initials="林" lastIdx="0" clrIdx="1148"/>
  <p:cmAuthor id="1150" name="姜熠龙" initials="姜" lastIdx="0" clrIdx="1149"/>
  <p:cmAuthor id="1151" name="杨强" initials="杨" lastIdx="0" clrIdx="1150"/>
  <p:cmAuthor id="1152" name="檀晟 陈" initials="檀晟" lastIdx="0" clrIdx="1151"/>
  <p:cmAuthor id="1153" name="zhangbingqing" initials="z" lastIdx="0" clrIdx="1152"/>
  <p:cmAuthor id="1154" name="tonghailan" initials="t" lastIdx="0" clrIdx="1153"/>
  <p:cmAuthor id="1155" name="Rotar Valky" initials="RV" lastIdx="0" clrIdx="1154"/>
  <p:cmAuthor id="1156" name="ae2000" initials="a" lastIdx="0" clrIdx="1155"/>
  <p:cmAuthor id="1157" name="赵生杰" initials="赵" lastIdx="0" clrIdx="1156"/>
  <p:cmAuthor id="1158" name="LUO CHENG" initials="L" lastIdx="0" clrIdx="1157"/>
  <p:cmAuthor id="1159" name="李 俊琦" initials="李" lastIdx="0" clrIdx="1158"/>
  <p:cmAuthor id="1160" name="王保青-pah" initials="王" lastIdx="0" clrIdx="1159"/>
  <p:cmAuthor id="1161" name="Jason Li" initials="J" lastIdx="0" clrIdx="1160"/>
  <p:cmAuthor id="1162" name="老石" initials="老" lastIdx="0" clrIdx="1161"/>
  <p:cmAuthor id="1163" name="JerryW" initials="J" lastIdx="0" clrIdx="1162"/>
  <p:cmAuthor id="1164" name="Jason Cheung" initials="J" lastIdx="0" clrIdx="1163"/>
  <p:cmAuthor id="1165" name="admini" initials="a" lastIdx="0" clrIdx="1164"/>
  <p:cmAuthor id="1166" name="施兰亭" initials="施兰亭" lastIdx="0" clrIdx="1165"/>
  <p:cmAuthor id="1167" name="t先生" initials="t" lastIdx="0" clrIdx="1166"/>
  <p:cmAuthor id="1168" name="张开明" initials="张" lastIdx="0" clrIdx="1167"/>
  <p:cmAuthor id="1169" name="赵 勇" initials="赵" lastIdx="0" clrIdx="1168"/>
  <p:cmAuthor id="1170" name="1 2" initials="12" lastIdx="0" clrIdx="1169"/>
  <p:cmAuthor id="1171" name="林佳丽" initials="Lin" lastIdx="0" clrIdx="1170"/>
  <p:cmAuthor id="1172" name="China" initials="C" lastIdx="0" clrIdx="1171"/>
  <p:cmAuthor id="1173" name="zte" initials="z" lastIdx="0" clrIdx="1172"/>
  <p:cmAuthor id="1174" name="李楠" initials="李楠" lastIdx="0" clrIdx="1173"/>
  <p:cmAuthor id="1175" name="00006891" initials="0" lastIdx="0" clrIdx="1174"/>
  <p:cmAuthor id="1176" name="10118178" initials="1" lastIdx="0" clrIdx="1175"/>
  <p:cmAuthor id="1177" name="ZZ" initials="Z" lastIdx="0" clrIdx="1176"/>
  <p:cmAuthor id="1178" name="马云飞10014438" initials="马" lastIdx="0" clrIdx="1177"/>
  <p:cmAuthor id="1179" name="25721" initials="2" lastIdx="0" clrIdx="1178"/>
  <p:cmAuthor id="1180" name="z n" initials="zn" lastIdx="0" clrIdx="1179"/>
  <p:cmAuthor id="1181" name="think" initials="t" lastIdx="0" clrIdx="1180"/>
  <p:cmAuthor id="1182" name="zhaoliyuan" initials="z" lastIdx="0" clrIdx="1181"/>
  <p:cmAuthor id="1183" name="施祖阳" initials="shizy" lastIdx="0" clrIdx="1182"/>
  <p:cmAuthor id="1184" name="00035181" initials="0" lastIdx="0" clrIdx="1183"/>
  <p:cmAuthor id="1185" name="18745" initials="1" lastIdx="0" clrIdx="1184"/>
  <p:cmAuthor id="1186" name="Happy" initials="H" lastIdx="0" clrIdx="1185"/>
  <p:cmAuthor id="1187" name="Office" initials="O" lastIdx="0" clrIdx="1186"/>
  <p:cmAuthor id="1188" name="未知用户189" initials="未" lastIdx="0" clrIdx="1187"/>
  <p:cmAuthor id="1189" name="谢少珍" initials="W用" lastIdx="0" clrIdx="1188"/>
  <p:cmAuthor id="1190" name="刘筱晔" initials="LXY" lastIdx="0" clrIdx="1189"/>
  <p:cmAuthor id="1191" name="G.S.7" initials="G" lastIdx="0" clrIdx="1190"/>
  <p:cmAuthor id="1192" name="原全新" initials="原" lastIdx="0" clrIdx="1191"/>
  <p:cmAuthor id="1193" name="guoning" initials="g" lastIdx="0" clrIdx="1192"/>
  <p:cmAuthor id="1194" name="曹增稳" initials="曹" lastIdx="0" clrIdx="1193"/>
  <p:cmAuthor id="1195" name="gaojg02" initials="g" lastIdx="0" clrIdx="1194"/>
  <p:cmAuthor id="1196" name="maomao" initials="m" lastIdx="0" clrIdx="1195"/>
  <p:cmAuthor id="1197" name="小明" initials="小" lastIdx="0" clrIdx="1196"/>
  <p:cmAuthor id="1198" name="程玉珍" initials="程" lastIdx="0" clrIdx="1197"/>
  <p:cmAuthor id="1199" name="929494587@qq.com" initials="9" lastIdx="0" clrIdx="1198"/>
  <p:cmAuthor id="1200" name="孙 澍" initials="孙" lastIdx="0" clrIdx="1199"/>
  <p:cmAuthor id="1201" name="佚名" initials="1" lastIdx="0" clrIdx="1200"/>
  <p:cmAuthor id="1202" name="sk" initials="s" lastIdx="0" clrIdx="1201"/>
  <p:cmAuthor id="1203" name="余森" initials="余森" lastIdx="0" clrIdx="1202"/>
  <p:cmAuthor id="1204" name="Am'be'r" initials="A" lastIdx="0" clrIdx="1203"/>
  <p:cmAuthor id="1205" name="李静" initials="李" lastIdx="0" clrIdx="1204"/>
  <p:cmAuthor id="1206" name="贲春刚" initials="贲" lastIdx="0" clrIdx="1205"/>
  <p:cmAuthor id="1207" name="杜 洋" initials="杜" lastIdx="0" clrIdx="1206"/>
  <p:cmAuthor id="1208" name="hee-lhb" initials="h" lastIdx="0" clrIdx="1207"/>
  <p:cmAuthor id="1209" name="chenjy1018@outlook.com" initials="c" lastIdx="0" clrIdx="1208"/>
  <p:cmAuthor id="1210" name="雕刻时光 1987" initials="雕" lastIdx="0" clrIdx="1209"/>
  <p:cmAuthor id="1211" name="xingxf" initials="x" lastIdx="0" clrIdx="1210"/>
  <p:cmAuthor id="1212" name="王 婧" initials="王" lastIdx="0" clrIdx="1211"/>
  <p:cmAuthor id="1213" name="李岩" initials="李" lastIdx="0" clrIdx="1212"/>
  <p:cmAuthor id="1214" name="康炳振" initials="康" lastIdx="0" clrIdx="1213"/>
  <p:cmAuthor id="1215" name="zhums" initials="z" lastIdx="0" clrIdx="1214"/>
  <p:cmAuthor id="1216" name="Eileen Yi" initials="E" lastIdx="0" clrIdx="1215"/>
  <p:cmAuthor id="1217" name="kp l" initials="k" lastIdx="0" clrIdx="1216"/>
  <p:cmAuthor id="1218" name="姜文静" initials="姜" lastIdx="0" clrIdx="1217"/>
  <p:cmAuthor id="1219" name="蔡静敏" initials="蔡" lastIdx="0" clrIdx="1218"/>
  <p:cmAuthor id="1220" name="李珔暐" initials="李" lastIdx="0" clrIdx="1219"/>
  <p:cmAuthor id="1221" name="未定义" initials="未" lastIdx="0" clrIdx="1220"/>
  <p:cmAuthor id="1222" name="康玮华" initials="康" lastIdx="0" clrIdx="1221"/>
  <p:cmAuthor id="1223" name="tpuser" initials="t" lastIdx="0" clrIdx="1222"/>
  <p:cmAuthor id="1224" name="wang xin" initials="w" lastIdx="0" clrIdx="1223"/>
  <p:cmAuthor id="1225" name="Virginia" initials="V" lastIdx="0" clrIdx="1224"/>
  <p:cmAuthor id="1226" name="tk-taiyuan" initials="t" lastIdx="0" clrIdx="1225"/>
  <p:cmAuthor id="241093323" name="小朱" initials="小" lastIdx="1" clrIdx="0"/>
  <p:cmAuthor id="1227" name="马琛琛" initials="马" lastIdx="0" clrIdx="1226"/>
  <p:cmAuthor id="1228" name="THINPAD" initials="T" lastIdx="0" clrIdx="1227"/>
  <p:cmAuthor id="1229" name="bc" initials="b" lastIdx="0" clrIdx="1228"/>
  <p:cmAuthor id="1230" name="林慧娴" initials="林" lastIdx="0" clrIdx="1229"/>
  <p:cmAuthor id="1231" name="Localadmin" initials="L" lastIdx="0" clrIdx="1230"/>
  <p:cmAuthor id="1232" name="王航" initials="王" lastIdx="0" clrIdx="1231"/>
  <p:cmAuthor id="1233" name="daiyi06" initials="d" lastIdx="0" clrIdx="1232"/>
  <p:cmAuthor id="1234" name="滕杰" initials="滕" lastIdx="0" clrIdx="1233"/>
  <p:cmAuthor id="1235" name="hp" initials="h" lastIdx="0" clrIdx="1234"/>
  <p:cmAuthor id="1236" name="韩喆权" initials="韩" lastIdx="0" clrIdx="1235"/>
  <p:cmAuthor id="1237" name="McGlasson, Louise" initials="M" lastIdx="0" clrIdx="1236"/>
  <p:cmAuthor id="1238" name="Windows User" initials="WU" lastIdx="0" clrIdx="1237"/>
  <p:cmAuthor id="1239" name="生菜" initials="生" lastIdx="0" clrIdx="1238"/>
  <p:cmAuthor id="1240" name="郭瑞博" initials="郭" lastIdx="0" clrIdx="1239"/>
  <p:cmAuthor id="1241" name="00305056" initials="0" lastIdx="0" clrIdx="1240"/>
  <p:cmAuthor id="1242" name="Cushion" initials="C" lastIdx="0" clrIdx="1241"/>
  <p:cmAuthor id="1243" name="A熊泽锐" initials="A" lastIdx="0" clrIdx="1242"/>
  <p:cmAuthor id="756648232" name="Miranda Bi" initials="M" lastIdx="0" clrIdx="0"/>
  <p:cmAuthor id="1244" name="00067706" initials="0" lastIdx="0" clrIdx="1243"/>
  <p:cmAuthor id="1245" name="江莉萍|jiangliping" initials="W用" lastIdx="0" clrIdx="1244"/>
  <p:cmAuthor id="1246" name="大攀" initials="大" lastIdx="0" clrIdx="1245"/>
  <p:cmAuthor id="1247" name="leif" initials="l" lastIdx="0" clrIdx="1246"/>
  <p:cmAuthor id="1248" name="企业用户_803309284" initials="企" lastIdx="0" clrIdx="1247"/>
  <p:cmAuthor id="756648237" name="Sylan♈️、" initials="S" lastIdx="0" clrIdx="0"/>
  <p:cmAuthor id="1249" name="北野战萧" initials="北" lastIdx="0" clrIdx="1248"/>
  <p:cmAuthor id="756648238" name="王灏" initials="王灏" lastIdx="1" clrIdx="3"/>
  <p:cmAuthor id="1250" name="徐旸" initials="徐" lastIdx="0" clrIdx="1249"/>
  <p:cmAuthor id="756648239" name="Microsoft Office User" initials="Office" lastIdx="1" clrIdx="4"/>
  <p:cmAuthor id="1251" name="zqsgs" initials="z" lastIdx="0" clrIdx="1250"/>
  <p:cmAuthor id="1252" name="李 少峰" initials="李" lastIdx="0" clrIdx="1251"/>
  <p:cmAuthor id="1253" name="10327298" initials="1" lastIdx="0" clrIdx="1252"/>
  <p:cmAuthor id="1254" name="he feng" initials="h" lastIdx="0" clrIdx="1253"/>
  <p:cmAuthor id="1255" name="乐燕" initials="乐" lastIdx="0" clrIdx="1254"/>
  <p:cmAuthor id="1256" name="FAN" initials="F" lastIdx="0" clrIdx="1255"/>
  <p:cmAuthor id="1257" name="sunaoran" initials="s" lastIdx="0" clrIdx="1256"/>
  <p:cmAuthor id="1258" name="JIANG QUN" initials="J" lastIdx="0" clrIdx="1257"/>
  <p:cmAuthor id="1259" name="10109399" initials="1" lastIdx="0" clrIdx="1258"/>
  <p:cmAuthor id="1260" name="董耘_um22zMFb" initials="authorId_1461203234" lastIdx="0" clrIdx="1259"/>
  <p:cmAuthor id="1261" name="廖一明" initials="廖一明" lastIdx="0" clrIdx="1260"/>
  <p:cmAuthor id="1262" name="Ghuck" initials="G" lastIdx="0" clrIdx="1261"/>
  <p:cmAuthor id="1263" name="�Ÿ�" initials="�" lastIdx="0" clrIdx="1262"/>
  <p:cmAuthor id="1264" name="zh" initials="z" lastIdx="0" clrIdx="1263"/>
  <p:cmAuthor id="1265" name="heweia@digiwin.com" initials="h" lastIdx="0" clrIdx="1264"/>
  <p:cmAuthor id="1266" name="李锦贞00249252" initials="MSOffice" lastIdx="0" clrIdx="1265"/>
  <p:cmAuthor id="1267" name="10111841" initials="1" lastIdx="0" clrIdx="1266"/>
  <p:cmAuthor id="1268" name="Liangdp" initials="L" lastIdx="0" clrIdx="1267"/>
  <p:cmAuthor id="1269" name="未知用户220" initials="未" lastIdx="0" clrIdx="1268"/>
  <p:cmAuthor id="1270" name="姚琳" initials="姚" lastIdx="0" clrIdx="1269"/>
  <p:cmAuthor id="1271" name="方婷婷" initials="方" lastIdx="0" clrIdx="1270"/>
  <p:cmAuthor id="1272" name="chen" initials="c" lastIdx="0" clrIdx="1271"/>
  <p:cmAuthor id="1273" name="王 成岩" initials="王" lastIdx="0" clrIdx="1272"/>
  <p:cmAuthor id="1274" name="陶夏溦" initials="陶夏溦" lastIdx="0" clrIdx="1273"/>
  <p:cmAuthor id="1275" name="关璐" initials="关" lastIdx="0" clrIdx="1274"/>
  <p:cmAuthor id="1276" name="Meffect" initials="M" lastIdx="0" clrIdx="1275"/>
  <p:cmAuthor id="1277" name="子小T光军" initials="子" lastIdx="0" clrIdx="1276"/>
  <p:cmAuthor id="1278" name="永月墨夜" initials="永" lastIdx="0" clrIdx="1277"/>
  <p:cmAuthor id="1279" name="糕酥...●—●" initials="糕" lastIdx="0" clrIdx="1278"/>
  <p:cmAuthor id="1280" name="10344322" initials="1" lastIdx="0" clrIdx="1279"/>
  <p:cmAuthor id="1281" name="Unknown User80" initials="U" lastIdx="0" clrIdx="1280"/>
  <p:cmAuthor id="1282" name="李大嗨" initials="李" lastIdx="0" clrIdx="1281"/>
  <p:cmAuthor id="1283" name="未知用户276" initials="未" lastIdx="0" clrIdx="1282"/>
  <p:cmAuthor id="1284" name="Steve" initials="S" lastIdx="0" clrIdx="1283"/>
  <p:cmAuthor id="1285" name="wmcmdi" initials="w" lastIdx="0" clrIdx="1284"/>
  <p:cmAuthor id="1286" name="刘亮" initials="刘" lastIdx="0" clrIdx="1285"/>
  <p:cmAuthor id="1287" name="Nora" initials="N" lastIdx="0" clrIdx="1286"/>
  <p:cmAuthor id="1288" name="张青山" initials="张青山" lastIdx="0" clrIdx="1287"/>
  <p:cmAuthor id="1289" name="mc" initials="m" lastIdx="0" clrIdx="1288"/>
  <p:cmAuthor id="1290" name="86156" initials="8" lastIdx="0" clrIdx="1289"/>
  <p:cmAuthor id="1291" name="杨丹" initials="6" lastIdx="0" clrIdx="1290"/>
  <p:cmAuthor id="1292" name="刚刚好_RBZbyEj2" initials="authorId_256324335" lastIdx="0" clrIdx="1291"/>
  <p:cmAuthor id="1293" name="黄鸿达" initials="黄" lastIdx="0" clrIdx="1292"/>
  <p:cmAuthor id="1294" name="鲁琪_ayIzYrYZ" initials="authorId_602698507" lastIdx="0" clrIdx="1293"/>
  <p:cmAuthor id="1295" name="黄百成_m6Jjq6bQ" initials="authorId_901868002" lastIdx="0" clrIdx="1294"/>
  <p:cmAuthor id="1296" name="烬飞默途" initials="烬" lastIdx="0" clrIdx="1295"/>
  <p:cmAuthor id="1297" name="阿勇" initials="阿" lastIdx="0" clrIdx="1296"/>
  <p:cmAuthor id="1299" name="未知用户270" initials="未" lastIdx="0" clrIdx="1298"/>
  <p:cmAuthor id="1300" name="USER631805" initials="U" lastIdx="0" clrIdx="1299"/>
  <p:cmAuthor id="1301" name="杨岚 00340308" initials="0" lastIdx="0" clrIdx="1300"/>
  <p:cmAuthor id="1302" name="marmot" initials="m" lastIdx="0" clrIdx="1301"/>
  <p:cmAuthor id="1303" name="未知用户265" initials="未" lastIdx="0" clrIdx="1302"/>
  <p:cmAuthor id="1304" name="未知用户298" initials="未" lastIdx="0" clrIdx="1303"/>
  <p:cmAuthor id="1305" name="未知用户302" initials="未" lastIdx="0" clrIdx="1304"/>
  <p:cmAuthor id="1306" name="10009993" initials="1" lastIdx="0" clrIdx="1305"/>
  <p:cmAuthor id="1307" name="10010178" initials="1" lastIdx="0" clrIdx="1306"/>
  <p:cmAuthor id="1308" name="董艺萱00344473" initials="董艺萱003444" lastIdx="0" clrIdx="1307"/>
  <p:cmAuthor id="1309" name="10270505" initials="1" lastIdx="0" clrIdx="1308"/>
  <p:cmAuthor id="1310" name="ZTEczq" initials="1" lastIdx="0" clrIdx="1309"/>
  <p:cmAuthor id="1311" name="10129659" initials="1" lastIdx="0" clrIdx="1310"/>
  <p:cmAuthor id="1312" name="10049832" initials="1" lastIdx="0" clrIdx="1311"/>
  <p:cmAuthor id="1313" name="10005115" initials="1" lastIdx="0" clrIdx="1312"/>
  <p:cmAuthor id="1314" name="无" initials="无" lastIdx="0" clrIdx="1313"/>
  <p:cmAuthor id="1315" name="10100374" initials="1" lastIdx="0" clrIdx="1314"/>
  <p:cmAuthor id="1316" name="10012613" initials="1" lastIdx="0" clrIdx="1315"/>
  <p:cmAuthor id="1317" name="10155396" initials="1" lastIdx="0" clrIdx="1316"/>
  <p:cmAuthor id="1318" name="00024812" initials="0" lastIdx="0" clrIdx="131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D7D"/>
    <a:srgbClr val="E9EDF1"/>
    <a:srgbClr val="0000FF"/>
    <a:srgbClr val="DB0000"/>
    <a:srgbClr val="140A00"/>
    <a:srgbClr val="FCAD36"/>
    <a:srgbClr val="FFFFCC"/>
    <a:srgbClr val="FFF3CA"/>
    <a:srgbClr val="DB6E6E"/>
    <a:srgbClr val="B7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18" autoAdjust="0"/>
    <p:restoredTop sz="94668" autoAdjust="0"/>
  </p:normalViewPr>
  <p:slideViewPr>
    <p:cSldViewPr snapToGrid="0" showGuides="1">
      <p:cViewPr>
        <p:scale>
          <a:sx n="125" d="100"/>
          <a:sy n="125" d="100"/>
        </p:scale>
        <p:origin x="1284" y="774"/>
      </p:cViewPr>
      <p:guideLst>
        <p:guide orient="horz" pos="2126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7CB78-7D82-4406-8547-8675BA2C5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D76DB-6728-4E34-8987-6B015A65011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12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专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72001" y="2"/>
            <a:ext cx="10987510" cy="765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单击此处编辑其他章标题</a:t>
            </a:r>
            <a:endParaRPr lang="zh-CN" altLang="en-US" dirty="0"/>
          </a:p>
        </p:txBody>
      </p:sp>
      <p:sp>
        <p:nvSpPr>
          <p:cNvPr id="3" name="副标题 1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44000" y="864235"/>
            <a:ext cx="12013064" cy="129667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spAutoFit/>
          </a:bodyPr>
          <a:lstStyle>
            <a:lvl1pPr marL="285750" lvl="0" indent="-285750" algn="l" defTabSz="739775" rtl="0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eaLnBrk="0" hangingPunct="0">
              <a:lnSpc>
                <a:spcPct val="120000"/>
              </a:lnSpc>
              <a:spcBef>
                <a:spcPct val="20000"/>
              </a:spcBef>
              <a:buClr>
                <a:srgbClr val="000066"/>
              </a:buClr>
              <a:buFont typeface="华文楷体" panose="02010600040101010101" pitchFamily="2" charset="-122"/>
              <a:buChar char="»"/>
              <a:defRPr sz="16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276225" lvl="0" indent="-276225"/>
            <a:r>
              <a:rPr dirty="0" err="1">
                <a:sym typeface="+mn-ea"/>
              </a:rPr>
              <a:t>正文第一级</a:t>
            </a:r>
            <a:endParaRPr dirty="0">
              <a:sym typeface="+mn-ea"/>
            </a:endParaRPr>
          </a:p>
          <a:p>
            <a:pPr marL="546100" lvl="0" indent="-274955"/>
            <a:r>
              <a:rPr dirty="0" err="1">
                <a:sym typeface="+mn-ea"/>
              </a:rPr>
              <a:t>正文第二级</a:t>
            </a:r>
            <a:endParaRPr dirty="0">
              <a:sym typeface="+mn-ea"/>
            </a:endParaRPr>
          </a:p>
          <a:p>
            <a:pPr marL="815340" lvl="0" indent="-274320"/>
            <a:r>
              <a:rPr dirty="0" err="1">
                <a:sym typeface="+mn-ea"/>
              </a:rPr>
              <a:t>正文第三级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 0">
    <p:bg>
      <p:bgPr>
        <a:blipFill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6"/>
          <p:cNvSpPr/>
          <p:nvPr/>
        </p:nvSpPr>
        <p:spPr>
          <a:xfrm>
            <a:off x="0" y="0"/>
            <a:ext cx="12192000" cy="1408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及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3"/>
          <p:cNvSpPr/>
          <p:nvPr userDrawn="1"/>
        </p:nvSpPr>
        <p:spPr>
          <a:xfrm>
            <a:off x="0" y="6360099"/>
            <a:ext cx="12192000" cy="497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0" tIns="45726" rIns="91450" bIns="4572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矩形 1"/>
          <p:cNvSpPr/>
          <p:nvPr userDrawn="1"/>
        </p:nvSpPr>
        <p:spPr>
          <a:xfrm>
            <a:off x="5253862" y="6360099"/>
            <a:ext cx="1645029" cy="392411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9533" tIns="49533" rIns="49533" bIns="49533" numCol="1" spcCol="38102" rtlCol="0" anchor="ctr">
            <a:spAutoFit/>
          </a:bodyPr>
          <a:lstStyle/>
          <a:p>
            <a:pPr marL="0" marR="0" lvl="0" indent="0" algn="l" defTabSz="990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  <a:sym typeface="Calibri" panose="020F0502020204030204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11713031" y="6447753"/>
            <a:ext cx="435428" cy="36670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-3941" y="1"/>
            <a:ext cx="10515600" cy="877824"/>
          </a:xfrm>
        </p:spPr>
        <p:txBody>
          <a:bodyPr/>
          <a:lstStyle>
            <a:lvl1pPr>
              <a:def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Line 5"/>
          <p:cNvSpPr>
            <a:spLocks noChangeShapeType="1"/>
          </p:cNvSpPr>
          <p:nvPr userDrawn="1"/>
        </p:nvSpPr>
        <p:spPr bwMode="auto">
          <a:xfrm>
            <a:off x="1" y="765175"/>
            <a:ext cx="12192000" cy="0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0" y="-15681"/>
            <a:ext cx="12192000" cy="6191254"/>
          </a:xfrm>
          <a:prstGeom prst="rect">
            <a:avLst/>
          </a:prstGeom>
          <a:noFill/>
        </p:spPr>
      </p:pic>
      <p:sp>
        <p:nvSpPr>
          <p:cNvPr id="16" name="灯片编号占位符 9"/>
          <p:cNvSpPr txBox="1"/>
          <p:nvPr userDrawn="1"/>
        </p:nvSpPr>
        <p:spPr>
          <a:xfrm>
            <a:off x="11416918" y="6397051"/>
            <a:ext cx="587932" cy="323165"/>
          </a:xfrm>
          <a:prstGeom prst="rect">
            <a:avLst/>
          </a:prstGeom>
        </p:spPr>
        <p:txBody>
          <a:bodyPr vert="horz" lIns="91419" tIns="45709" rIns="91419" bIns="45709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US" altLang="zh-CN" sz="1200" smtClean="0"/>
            </a:fld>
            <a:endParaRPr lang="en-US" altLang="zh-CN" sz="1200" dirty="0"/>
          </a:p>
        </p:txBody>
      </p:sp>
      <p:sp>
        <p:nvSpPr>
          <p:cNvPr id="17" name="标题 2"/>
          <p:cNvSpPr>
            <a:spLocks noGrp="1"/>
          </p:cNvSpPr>
          <p:nvPr>
            <p:ph type="title"/>
          </p:nvPr>
        </p:nvSpPr>
        <p:spPr>
          <a:xfrm>
            <a:off x="19058" y="65390"/>
            <a:ext cx="10337393" cy="648820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0" name="灯片编号占位符 9"/>
          <p:cNvSpPr txBox="1"/>
          <p:nvPr userDrawn="1"/>
        </p:nvSpPr>
        <p:spPr>
          <a:xfrm>
            <a:off x="11416918" y="6397049"/>
            <a:ext cx="587932" cy="3231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1" name="标题 2"/>
          <p:cNvSpPr>
            <a:spLocks noGrp="1"/>
          </p:cNvSpPr>
          <p:nvPr>
            <p:ph type="title"/>
          </p:nvPr>
        </p:nvSpPr>
        <p:spPr>
          <a:xfrm>
            <a:off x="483487" y="160055"/>
            <a:ext cx="4708655" cy="648577"/>
          </a:xfrm>
        </p:spPr>
        <p:txBody>
          <a:bodyPr>
            <a:normAutofit/>
          </a:bodyPr>
          <a:lstStyle>
            <a:lvl1pPr algn="l">
              <a:defRPr sz="2400" b="0">
                <a:solidFill>
                  <a:schemeClr val="bg2">
                    <a:lumMod val="25000"/>
                  </a:schemeClr>
                </a:solidFill>
                <a:latin typeface="思源黑体 CN Bold" pitchFamily="34" charset="-122"/>
                <a:ea typeface="思源黑体 CN Bold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56094"/>
            <a:ext cx="12204004" cy="5588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24" name="矩形"/>
          <p:cNvSpPr/>
          <p:nvPr/>
        </p:nvSpPr>
        <p:spPr>
          <a:xfrm>
            <a:off x="11361677" y="6375740"/>
            <a:ext cx="657291" cy="3231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400" b="0" i="0" u="none" strike="noStrike" kern="1200" cap="none" spc="0" baseline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</a:fld>
            <a:endParaRPr lang="zh-CN" altLang="en-US" sz="1400" b="0" i="0" u="none" strike="noStrike" kern="1200" cap="none" spc="0" baseline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title" hasCustomPrompt="1"/>
          </p:nvPr>
        </p:nvSpPr>
        <p:spPr>
          <a:xfrm>
            <a:off x="72001" y="2"/>
            <a:ext cx="10987510" cy="7651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>
              <a:lnSpc>
                <a:spcPct val="100000"/>
              </a:lnSpc>
            </a:pP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单击此处编辑其他章标题</a:t>
            </a:r>
            <a:endParaRPr lang="zh-CN" altLang="en-US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body" idx="1" hasCustomPrompt="1"/>
          </p:nvPr>
        </p:nvSpPr>
        <p:spPr>
          <a:xfrm>
            <a:off x="144000" y="864235"/>
            <a:ext cx="12013064" cy="12966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276225" indent="-276225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正文第一级</a:t>
            </a:r>
            <a:endParaRPr lang="en-US" altLang="zh-CN" sz="1600" b="1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546100" indent="-274955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正文第二级</a:t>
            </a:r>
            <a:endParaRPr lang="en-US" altLang="zh-CN" sz="1600" b="1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815340" indent="-274320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正文第三级</a:t>
            </a:r>
            <a:endParaRPr lang="zh-CN" altLang="en-US" sz="1600" b="1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专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5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72001" y="2"/>
            <a:ext cx="10987510" cy="765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单击此处编辑其他章标题</a:t>
            </a:r>
            <a:endParaRPr lang="zh-CN" altLang="en-US" dirty="0"/>
          </a:p>
        </p:txBody>
      </p:sp>
      <p:sp>
        <p:nvSpPr>
          <p:cNvPr id="38" name="副标题 1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44000" y="864235"/>
            <a:ext cx="12013064" cy="129667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spAutoFit/>
          </a:bodyPr>
          <a:lstStyle>
            <a:lvl1pPr marL="285750" lvl="0" indent="-285750" algn="l" defTabSz="739775" rtl="0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eaLnBrk="0" hangingPunct="0">
              <a:lnSpc>
                <a:spcPct val="120000"/>
              </a:lnSpc>
              <a:spcBef>
                <a:spcPct val="20000"/>
              </a:spcBef>
              <a:buClr>
                <a:srgbClr val="000066"/>
              </a:buClr>
              <a:buFont typeface="华文楷体" panose="02010600040101010101" pitchFamily="2" charset="-122"/>
              <a:buChar char="»"/>
              <a:defRPr sz="16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276225" lvl="0" indent="-276225"/>
            <a:r>
              <a:rPr dirty="0" err="1">
                <a:sym typeface="+mn-ea"/>
              </a:rPr>
              <a:t>正文第一级</a:t>
            </a:r>
            <a:endParaRPr dirty="0">
              <a:sym typeface="+mn-ea"/>
            </a:endParaRPr>
          </a:p>
          <a:p>
            <a:pPr marL="546100" lvl="0" indent="-274955"/>
            <a:r>
              <a:rPr dirty="0" err="1">
                <a:sym typeface="+mn-ea"/>
              </a:rPr>
              <a:t>正文第二级</a:t>
            </a:r>
            <a:endParaRPr dirty="0">
              <a:sym typeface="+mn-ea"/>
            </a:endParaRPr>
          </a:p>
          <a:p>
            <a:pPr marL="815340" lvl="0" indent="-274320"/>
            <a:r>
              <a:rPr dirty="0" err="1">
                <a:sym typeface="+mn-ea"/>
              </a:rPr>
              <a:t>正文第三级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/>
          <p:cNvPicPr/>
          <p:nvPr userDrawn="1"/>
        </p:nvPicPr>
        <p:blipFill>
          <a:blip r:embed="rId11" cstate="email"/>
          <a:srcRect/>
          <a:stretch>
            <a:fillRect/>
          </a:stretch>
        </p:blipFill>
        <p:spPr bwMode="auto">
          <a:xfrm>
            <a:off x="0" y="756095"/>
            <a:ext cx="12204004" cy="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灯片编号占位符 6"/>
          <p:cNvSpPr txBox="1"/>
          <p:nvPr userDrawn="1"/>
        </p:nvSpPr>
        <p:spPr>
          <a:xfrm>
            <a:off x="11361678" y="6375741"/>
            <a:ext cx="657292" cy="3231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altLang="zh-CN" sz="1400" b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4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4"/>
          <p:cNvPicPr/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0" y="756095"/>
            <a:ext cx="12204004" cy="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灯片编号占位符 6"/>
          <p:cNvSpPr txBox="1"/>
          <p:nvPr userDrawn="1"/>
        </p:nvSpPr>
        <p:spPr>
          <a:xfrm>
            <a:off x="11361678" y="6375741"/>
            <a:ext cx="657292" cy="3231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altLang="zh-CN" sz="1400" b="0" smtClean="0">
                <a:solidFill>
                  <a:schemeClr val="bg1">
                    <a:lumMod val="65000"/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4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3" Type="http://schemas.openxmlformats.org/officeDocument/2006/relationships/notesSlide" Target="../notesSlides/notesSlide3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24.png"/><Relationship Id="rId20" Type="http://schemas.openxmlformats.org/officeDocument/2006/relationships/image" Target="../media/image23.png"/><Relationship Id="rId2" Type="http://schemas.openxmlformats.org/officeDocument/2006/relationships/image" Target="../media/image5.png"/><Relationship Id="rId19" Type="http://schemas.openxmlformats.org/officeDocument/2006/relationships/image" Target="../media/image22.png"/><Relationship Id="rId18" Type="http://schemas.openxmlformats.org/officeDocument/2006/relationships/image" Target="../media/image2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4.png"/><Relationship Id="rId1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9" Type="http://schemas.openxmlformats.org/officeDocument/2006/relationships/slideLayout" Target="../slideLayouts/slideLayout4.xml"/><Relationship Id="rId18" Type="http://schemas.openxmlformats.org/officeDocument/2006/relationships/image" Target="../media/image52.png"/><Relationship Id="rId17" Type="http://schemas.openxmlformats.org/officeDocument/2006/relationships/image" Target="../media/image51.png"/><Relationship Id="rId16" Type="http://schemas.openxmlformats.org/officeDocument/2006/relationships/image" Target="../media/image50.png"/><Relationship Id="rId15" Type="http://schemas.openxmlformats.org/officeDocument/2006/relationships/image" Target="../media/image49.png"/><Relationship Id="rId14" Type="http://schemas.openxmlformats.org/officeDocument/2006/relationships/image" Target="../media/image48.png"/><Relationship Id="rId13" Type="http://schemas.openxmlformats.org/officeDocument/2006/relationships/image" Target="../media/image47.png"/><Relationship Id="rId12" Type="http://schemas.openxmlformats.org/officeDocument/2006/relationships/image" Target="../media/image46.png"/><Relationship Id="rId11" Type="http://schemas.openxmlformats.org/officeDocument/2006/relationships/image" Target="../media/image45.png"/><Relationship Id="rId10" Type="http://schemas.openxmlformats.org/officeDocument/2006/relationships/image" Target="../media/image44.png"/><Relationship Id="rId1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6.jpeg"/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image" Target="../media/image5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文本框 7"/>
          <p:cNvSpPr txBox="1"/>
          <p:nvPr/>
        </p:nvSpPr>
        <p:spPr>
          <a:xfrm>
            <a:off x="269979" y="1831106"/>
            <a:ext cx="115033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en-US" altLang="zh-CN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学会取数</a:t>
            </a:r>
            <a:endParaRPr lang="en-US" altLang="zh-CN" sz="6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469" name="文本框 5"/>
          <p:cNvSpPr txBox="1"/>
          <p:nvPr/>
        </p:nvSpPr>
        <p:spPr>
          <a:xfrm>
            <a:off x="1546225" y="3046651"/>
            <a:ext cx="9099550" cy="965449"/>
          </a:xfrm>
          <a:prstGeom prst="rect">
            <a:avLst/>
          </a:prstGeom>
          <a:noFill/>
        </p:spPr>
        <p:txBody>
          <a:bodyPr wrap="square" lIns="95560" tIns="47780" rIns="95560" bIns="4778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团队首个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落地应用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从业务需求到取数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endParaRPr lang="en-US" altLang="zh-CN" sz="2000" b="1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endParaRPr sz="2000" b="1" i="0" u="none" strike="noStrike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二、模式变化：从人工取数到</a:t>
            </a:r>
            <a:r>
              <a:rPr lang="en-US" altLang="zh-CN" dirty="0"/>
              <a:t>AI</a:t>
            </a:r>
            <a:r>
              <a:rPr lang="zh-CN" altLang="en-US" dirty="0"/>
              <a:t>取数</a:t>
            </a:r>
            <a:endParaRPr dirty="0"/>
          </a:p>
        </p:txBody>
      </p:sp>
      <p:sp>
        <p:nvSpPr>
          <p:cNvPr id="14" name="矩形: 圆角 13"/>
          <p:cNvSpPr/>
          <p:nvPr/>
        </p:nvSpPr>
        <p:spPr>
          <a:xfrm>
            <a:off x="532885" y="5980045"/>
            <a:ext cx="11126230" cy="567466"/>
          </a:xfrm>
          <a:prstGeom prst="roundRect">
            <a:avLst>
              <a:gd name="adj" fmla="val 9333"/>
            </a:avLst>
          </a:prstGeom>
          <a:solidFill>
            <a:srgbClr val="C00000"/>
          </a:solidFill>
          <a:ln>
            <a:solidFill>
              <a:srgbClr val="C00000">
                <a:alpha val="29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将数据支撑人员的取数经验沉淀为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能力，让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按照人的取数思路完成从需求理解到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生成。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箭头: 右 14"/>
          <p:cNvSpPr/>
          <p:nvPr/>
        </p:nvSpPr>
        <p:spPr>
          <a:xfrm>
            <a:off x="5739708" y="2546530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5" name="组合 44"/>
          <p:cNvGrpSpPr/>
          <p:nvPr/>
        </p:nvGrpSpPr>
        <p:grpSpPr>
          <a:xfrm>
            <a:off x="532885" y="1285104"/>
            <a:ext cx="5096133" cy="4466966"/>
            <a:chOff x="532885" y="1544594"/>
            <a:chExt cx="5096133" cy="4207475"/>
          </a:xfrm>
        </p:grpSpPr>
        <p:sp>
          <p:nvSpPr>
            <p:cNvPr id="3" name="矩形: 圆角 2"/>
            <p:cNvSpPr/>
            <p:nvPr/>
          </p:nvSpPr>
          <p:spPr>
            <a:xfrm>
              <a:off x="532885" y="1544594"/>
              <a:ext cx="5096133" cy="4207475"/>
            </a:xfrm>
            <a:prstGeom prst="roundRect">
              <a:avLst>
                <a:gd name="adj" fmla="val 3754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36895" y="1545130"/>
              <a:ext cx="2488341" cy="304097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现状：人工取数模式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562982" y="1285103"/>
            <a:ext cx="5096133" cy="4466966"/>
            <a:chOff x="6562982" y="1544595"/>
            <a:chExt cx="5096133" cy="4207474"/>
          </a:xfrm>
        </p:grpSpPr>
        <p:sp>
          <p:nvSpPr>
            <p:cNvPr id="6" name="矩形: 圆角 5"/>
            <p:cNvSpPr/>
            <p:nvPr/>
          </p:nvSpPr>
          <p:spPr>
            <a:xfrm>
              <a:off x="6562982" y="1544595"/>
              <a:ext cx="5096133" cy="4207474"/>
            </a:xfrm>
            <a:prstGeom prst="roundRect">
              <a:avLst>
                <a:gd name="adj" fmla="val 3754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: 圆角 28"/>
            <p:cNvSpPr/>
            <p:nvPr/>
          </p:nvSpPr>
          <p:spPr>
            <a:xfrm>
              <a:off x="7966764" y="1545130"/>
              <a:ext cx="2488341" cy="304097"/>
            </a:xfrm>
            <a:prstGeom prst="roundRect">
              <a:avLst>
                <a:gd name="adj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未来：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取数模式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937302" y="1719748"/>
            <a:ext cx="4428352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当前CDAP取数主要依靠人完成需求理解、口径确认、数据查找、SQL编写及结果核验。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996758" y="1713906"/>
            <a:ext cx="4428352" cy="625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在数据字典基础上，将业务知识和取数经验沉淀为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能力，让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按照人的取数思路完成取数。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3341211" y="2586356"/>
            <a:ext cx="1479590" cy="2028741"/>
            <a:chOff x="3341211" y="2586356"/>
            <a:chExt cx="1479590" cy="2028741"/>
          </a:xfrm>
        </p:grpSpPr>
        <p:sp>
          <p:nvSpPr>
            <p:cNvPr id="34" name="文本框 33"/>
            <p:cNvSpPr txBox="1"/>
            <p:nvPr/>
          </p:nvSpPr>
          <p:spPr>
            <a:xfrm>
              <a:off x="3341211" y="2586356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人理解需求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341211" y="3105218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人判断口径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341211" y="3676074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人找表找字段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382783" y="4270003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人写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SQL</a:t>
              </a:r>
              <a:endPara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937302" y="2504317"/>
            <a:ext cx="4428352" cy="2199629"/>
            <a:chOff x="904093" y="2497181"/>
            <a:chExt cx="4428352" cy="2496546"/>
          </a:xfrm>
        </p:grpSpPr>
        <p:sp>
          <p:nvSpPr>
            <p:cNvPr id="35" name="矩形: 圆角 34"/>
            <p:cNvSpPr/>
            <p:nvPr/>
          </p:nvSpPr>
          <p:spPr>
            <a:xfrm>
              <a:off x="904093" y="2497181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: 圆角 45"/>
            <p:cNvSpPr/>
            <p:nvPr/>
          </p:nvSpPr>
          <p:spPr>
            <a:xfrm>
              <a:off x="904093" y="3140117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904093" y="3783000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47"/>
            <p:cNvSpPr/>
            <p:nvPr/>
          </p:nvSpPr>
          <p:spPr>
            <a:xfrm>
              <a:off x="904093" y="4443235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859555" y="2482646"/>
            <a:ext cx="4428352" cy="2221300"/>
            <a:chOff x="904093" y="2497181"/>
            <a:chExt cx="4428352" cy="2496546"/>
          </a:xfrm>
        </p:grpSpPr>
        <p:sp>
          <p:nvSpPr>
            <p:cNvPr id="51" name="矩形: 圆角 50"/>
            <p:cNvSpPr/>
            <p:nvPr/>
          </p:nvSpPr>
          <p:spPr>
            <a:xfrm>
              <a:off x="904093" y="2497181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/>
            <p:cNvSpPr/>
            <p:nvPr/>
          </p:nvSpPr>
          <p:spPr>
            <a:xfrm>
              <a:off x="904093" y="3140117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: 圆角 52"/>
            <p:cNvSpPr/>
            <p:nvPr/>
          </p:nvSpPr>
          <p:spPr>
            <a:xfrm>
              <a:off x="904093" y="3783000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: 圆角 53"/>
            <p:cNvSpPr/>
            <p:nvPr/>
          </p:nvSpPr>
          <p:spPr>
            <a:xfrm>
              <a:off x="904093" y="4443235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箭头: 右 55"/>
          <p:cNvSpPr/>
          <p:nvPr/>
        </p:nvSpPr>
        <p:spPr>
          <a:xfrm>
            <a:off x="5743301" y="3077739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" name="箭头: 右 56"/>
          <p:cNvSpPr/>
          <p:nvPr/>
        </p:nvSpPr>
        <p:spPr>
          <a:xfrm>
            <a:off x="5739708" y="3658318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箭头: 右 59"/>
          <p:cNvSpPr/>
          <p:nvPr/>
        </p:nvSpPr>
        <p:spPr>
          <a:xfrm>
            <a:off x="5739708" y="4237642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2" name="组合 61"/>
          <p:cNvGrpSpPr/>
          <p:nvPr/>
        </p:nvGrpSpPr>
        <p:grpSpPr>
          <a:xfrm>
            <a:off x="9210934" y="2541438"/>
            <a:ext cx="1479590" cy="2073659"/>
            <a:chOff x="3341211" y="2586356"/>
            <a:chExt cx="1479590" cy="2028741"/>
          </a:xfrm>
        </p:grpSpPr>
        <p:sp>
          <p:nvSpPr>
            <p:cNvPr id="63" name="文本框 62"/>
            <p:cNvSpPr txBox="1"/>
            <p:nvPr/>
          </p:nvSpPr>
          <p:spPr>
            <a:xfrm>
              <a:off x="3341211" y="2586356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理解需求</a:t>
              </a:r>
              <a:endPara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341211" y="3105218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澄清需求</a:t>
              </a:r>
              <a:endPara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3341211" y="3676074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找表找字段</a:t>
              </a:r>
              <a:endPara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3382783" y="4270003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写</a:t>
              </a: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SQL</a:t>
              </a:r>
              <a:endPara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2788878" y="2598681"/>
            <a:ext cx="346395" cy="1985503"/>
            <a:chOff x="2788878" y="2598681"/>
            <a:chExt cx="346395" cy="1985503"/>
          </a:xfrm>
        </p:grpSpPr>
        <p:sp>
          <p:nvSpPr>
            <p:cNvPr id="44" name="椭圆 43"/>
            <p:cNvSpPr/>
            <p:nvPr/>
          </p:nvSpPr>
          <p:spPr>
            <a:xfrm>
              <a:off x="2804732" y="2598681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2804732" y="3156903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椭圆 68"/>
            <p:cNvSpPr/>
            <p:nvPr/>
          </p:nvSpPr>
          <p:spPr>
            <a:xfrm>
              <a:off x="2804732" y="3697834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椭圆 69"/>
            <p:cNvSpPr/>
            <p:nvPr/>
          </p:nvSpPr>
          <p:spPr>
            <a:xfrm>
              <a:off x="2788878" y="4253643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8647108" y="2594627"/>
            <a:ext cx="346395" cy="2020470"/>
            <a:chOff x="2788878" y="2598681"/>
            <a:chExt cx="346395" cy="1985503"/>
          </a:xfrm>
        </p:grpSpPr>
        <p:sp>
          <p:nvSpPr>
            <p:cNvPr id="73" name="椭圆 72"/>
            <p:cNvSpPr/>
            <p:nvPr/>
          </p:nvSpPr>
          <p:spPr>
            <a:xfrm>
              <a:off x="2804732" y="2598681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2804732" y="3156903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2804732" y="3697834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2788878" y="4253643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8" name="文本框 77"/>
          <p:cNvSpPr txBox="1"/>
          <p:nvPr/>
        </p:nvSpPr>
        <p:spPr>
          <a:xfrm>
            <a:off x="2981065" y="4827157"/>
            <a:ext cx="260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能力要求高：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需同时掌握业务、数据</a:t>
            </a:r>
            <a:endParaRPr lang="zh-CN" altLang="en-US" sz="1000" dirty="0"/>
          </a:p>
        </p:txBody>
      </p:sp>
      <p:sp>
        <p:nvSpPr>
          <p:cNvPr id="81" name="文本框 80"/>
          <p:cNvSpPr txBox="1"/>
          <p:nvPr/>
        </p:nvSpPr>
        <p:spPr>
          <a:xfrm>
            <a:off x="1114099" y="50087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存在问题</a:t>
            </a:r>
            <a:endParaRPr lang="zh-CN" altLang="en-US" dirty="0"/>
          </a:p>
        </p:txBody>
      </p:sp>
      <p:cxnSp>
        <p:nvCxnSpPr>
          <p:cNvPr id="83" name="直接连接符 82"/>
          <p:cNvCxnSpPr/>
          <p:nvPr/>
        </p:nvCxnSpPr>
        <p:spPr>
          <a:xfrm>
            <a:off x="2712308" y="4850027"/>
            <a:ext cx="0" cy="758079"/>
          </a:xfrm>
          <a:prstGeom prst="line">
            <a:avLst/>
          </a:prstGeom>
          <a:ln w="63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9" name="文本框 88"/>
          <p:cNvSpPr txBox="1"/>
          <p:nvPr/>
        </p:nvSpPr>
        <p:spPr>
          <a:xfrm>
            <a:off x="2970002" y="5089405"/>
            <a:ext cx="260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人员依赖强：效率和质量受经验影响</a:t>
            </a:r>
            <a:endParaRPr lang="zh-CN" altLang="en-US" sz="1000" dirty="0"/>
          </a:p>
        </p:txBody>
      </p:sp>
      <p:sp>
        <p:nvSpPr>
          <p:cNvPr id="90" name="文本框 89"/>
          <p:cNvSpPr txBox="1"/>
          <p:nvPr/>
        </p:nvSpPr>
        <p:spPr>
          <a:xfrm>
            <a:off x="2981065" y="5348465"/>
            <a:ext cx="26054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经验复用难：成熟方法难以快速复制</a:t>
            </a:r>
            <a:endParaRPr lang="zh-CN" altLang="en-US" sz="1000" dirty="0"/>
          </a:p>
        </p:txBody>
      </p:sp>
      <p:sp>
        <p:nvSpPr>
          <p:cNvPr id="93" name="文本框 92"/>
          <p:cNvSpPr txBox="1"/>
          <p:nvPr/>
        </p:nvSpPr>
        <p:spPr>
          <a:xfrm>
            <a:off x="8857139" y="4855578"/>
            <a:ext cx="2567971" cy="760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90204" pitchFamily="34" charset="0"/>
              </a:rPr>
              <a:t>经验能力化：个人经验沉淀为AI能力</a:t>
            </a:r>
            <a:endParaRPr lang="zh-CN" altLang="zh-CN" sz="1000" dirty="0">
              <a:latin typeface="Arial" panose="020B0604020202090204" pitchFamily="34" charset="0"/>
            </a:endParaRPr>
          </a:p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90204" pitchFamily="34" charset="0"/>
              </a:rPr>
              <a:t>过程智能化：AI辅助理解、判断和生成</a:t>
            </a:r>
            <a:endParaRPr lang="zh-CN" altLang="zh-CN" sz="1000" dirty="0">
              <a:latin typeface="Arial" panose="020B0604020202090204" pitchFamily="34" charset="0"/>
            </a:endParaRPr>
          </a:p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90204" pitchFamily="34" charset="0"/>
              </a:rPr>
              <a:t>能力可复用：成熟经验持续积累和复用 </a:t>
            </a:r>
            <a:endParaRPr lang="zh-CN" altLang="zh-CN" sz="1000" dirty="0">
              <a:latin typeface="Arial" panose="020B060402020209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7083099" y="502177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实现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三、试用验证：</a:t>
            </a:r>
            <a:r>
              <a:rPr lang="zh-CN" altLang="en-US" dirty="0">
                <a:sym typeface="+mn-ea"/>
              </a:rPr>
              <a:t>6月底，AI辅助取数能力雏形初步形成</a:t>
            </a:r>
            <a:endParaRPr lang="zh-CN" altLang="en-US" dirty="0"/>
          </a:p>
        </p:txBody>
      </p:sp>
      <p:sp>
        <p:nvSpPr>
          <p:cNvPr id="6" name="Roundrect 6"/>
          <p:cNvSpPr/>
          <p:nvPr/>
        </p:nvSpPr>
        <p:spPr>
          <a:xfrm>
            <a:off x="251196" y="1209807"/>
            <a:ext cx="11587906" cy="677783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273060" y="2251989"/>
            <a:ext cx="2383173" cy="2448765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3217409" y="2266565"/>
            <a:ext cx="2288429" cy="2434189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6023286" y="2026062"/>
            <a:ext cx="5917849" cy="2776725"/>
          </a:xfrm>
          <a:prstGeom prst="roundRect">
            <a:avLst>
              <a:gd name="adj" fmla="val 5249"/>
            </a:avLst>
          </a:prstGeom>
          <a:solidFill>
            <a:srgbClr val="FFFAFA"/>
          </a:solidFill>
          <a:ln w="19050">
            <a:solidFill>
              <a:srgbClr val="E01E22"/>
            </a:solidFill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258484" y="5043290"/>
            <a:ext cx="11624346" cy="1413870"/>
          </a:xfrm>
          <a:prstGeom prst="roundRect">
            <a:avLst>
              <a:gd name="adj" fmla="val 7732"/>
            </a:avLst>
          </a:prstGeom>
          <a:solidFill>
            <a:srgbClr val="FCFCFC"/>
          </a:solidFill>
          <a:ln w="12700">
            <a:solidFill>
              <a:srgbClr val="E5E5E5"/>
            </a:solidFill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1643203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3049785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4449080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5855662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7233092" y="5174474"/>
            <a:ext cx="1683526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9113394" y="5174474"/>
            <a:ext cx="1246247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10556416" y="5174474"/>
            <a:ext cx="1195231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863388" y="1253535"/>
            <a:ext cx="36440" cy="612191"/>
          </a:xfrm>
          <a:prstGeom prst="rect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7203940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8129515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9062378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9995241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10928104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1439139" y="5232778"/>
            <a:ext cx="0" cy="1042183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  <p:txBody>
          <a:bodyPr/>
          <a:lstStyle/>
          <a:p/>
        </p:txBody>
      </p:sp>
      <p:sp>
        <p:nvSpPr>
          <p:cNvPr id="25" name="Ellipse 25"/>
          <p:cNvSpPr/>
          <p:nvPr/>
        </p:nvSpPr>
        <p:spPr>
          <a:xfrm>
            <a:off x="469836" y="2419613"/>
            <a:ext cx="335248" cy="33524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3370457" y="2434189"/>
            <a:ext cx="335248" cy="33524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6256501" y="2237413"/>
            <a:ext cx="408128" cy="40812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/>
        </p:txBody>
      </p:sp>
      <p:pic>
        <p:nvPicPr>
          <p:cNvPr id="28" name="asset-sheet separated top bookmark ribbon"/>
          <p:cNvPicPr/>
          <p:nvPr/>
        </p:nvPicPr>
        <p:blipFill>
          <a:blip r:embed="rId1"/>
          <a:stretch>
            <a:fillRect/>
          </a:stretch>
        </p:blipFill>
        <p:spPr>
          <a:xfrm>
            <a:off x="353228" y="1202519"/>
            <a:ext cx="437279" cy="612191"/>
          </a:xfrm>
          <a:prstGeom prst="rect">
            <a:avLst/>
          </a:prstGeom>
        </p:spPr>
      </p:pic>
      <p:pic>
        <p:nvPicPr>
          <p:cNvPr id="29" name="asset-sheet separated clipboard checklist"/>
          <p:cNvPicPr/>
          <p:nvPr/>
        </p:nvPicPr>
        <p:blipFill>
          <a:blip r:embed="rId2"/>
          <a:stretch>
            <a:fillRect/>
          </a:stretch>
        </p:blipFill>
        <p:spPr>
          <a:xfrm>
            <a:off x="666612" y="2886045"/>
            <a:ext cx="808967" cy="845407"/>
          </a:xfrm>
          <a:prstGeom prst="rect">
            <a:avLst/>
          </a:prstGeom>
        </p:spPr>
      </p:pic>
      <p:pic>
        <p:nvPicPr>
          <p:cNvPr id="30" name="asset-sheet separated workflow flowchart"/>
          <p:cNvPicPr/>
          <p:nvPr/>
        </p:nvPicPr>
        <p:blipFill>
          <a:blip r:embed="rId3"/>
          <a:stretch>
            <a:fillRect/>
          </a:stretch>
        </p:blipFill>
        <p:spPr>
          <a:xfrm>
            <a:off x="1417275" y="2915197"/>
            <a:ext cx="874559" cy="808967"/>
          </a:xfrm>
          <a:prstGeom prst="rect">
            <a:avLst/>
          </a:prstGeom>
        </p:spPr>
      </p:pic>
      <p:pic>
        <p:nvPicPr>
          <p:cNvPr id="31" name="asset-sheet separated database illustration"/>
          <p:cNvPicPr/>
          <p:nvPr/>
        </p:nvPicPr>
        <p:blipFill>
          <a:blip r:embed="rId4"/>
          <a:stretch>
            <a:fillRect/>
          </a:stretch>
        </p:blipFill>
        <p:spPr>
          <a:xfrm>
            <a:off x="3589097" y="2988077"/>
            <a:ext cx="553887" cy="728799"/>
          </a:xfrm>
          <a:prstGeom prst="rect">
            <a:avLst/>
          </a:prstGeom>
        </p:spPr>
      </p:pic>
      <p:pic>
        <p:nvPicPr>
          <p:cNvPr id="32" name="asset-sheet separated binders and document illustration"/>
          <p:cNvPicPr/>
          <p:nvPr/>
        </p:nvPicPr>
        <p:blipFill>
          <a:blip r:embed="rId5"/>
          <a:stretch>
            <a:fillRect/>
          </a:stretch>
        </p:blipFill>
        <p:spPr>
          <a:xfrm>
            <a:off x="4128408" y="2995365"/>
            <a:ext cx="918287" cy="765239"/>
          </a:xfrm>
          <a:prstGeom prst="rect">
            <a:avLst/>
          </a:prstGeom>
        </p:spPr>
      </p:pic>
      <p:pic>
        <p:nvPicPr>
          <p:cNvPr id="33" name="asset-sheet separated red transition arrow"/>
          <p:cNvPicPr/>
          <p:nvPr/>
        </p:nvPicPr>
        <p:blipFill>
          <a:blip r:embed="rId6"/>
          <a:stretch>
            <a:fillRect/>
          </a:stretch>
        </p:blipFill>
        <p:spPr>
          <a:xfrm>
            <a:off x="2670810" y="3170276"/>
            <a:ext cx="524735" cy="408128"/>
          </a:xfrm>
          <a:prstGeom prst="rect">
            <a:avLst/>
          </a:prstGeom>
        </p:spPr>
      </p:pic>
      <p:pic>
        <p:nvPicPr>
          <p:cNvPr id="34" name="asset-sheet separated red transition arrow"/>
          <p:cNvPicPr/>
          <p:nvPr/>
        </p:nvPicPr>
        <p:blipFill>
          <a:blip r:embed="rId7"/>
          <a:stretch>
            <a:fillRect/>
          </a:stretch>
        </p:blipFill>
        <p:spPr>
          <a:xfrm>
            <a:off x="5513126" y="3170276"/>
            <a:ext cx="524735" cy="408128"/>
          </a:xfrm>
          <a:prstGeom prst="rect">
            <a:avLst/>
          </a:prstGeom>
        </p:spPr>
      </p:pic>
      <p:pic>
        <p:nvPicPr>
          <p:cNvPr id="35" name="asset-sheet separated AI robot illustration"/>
          <p:cNvPicPr/>
          <p:nvPr/>
        </p:nvPicPr>
        <p:blipFill>
          <a:blip r:embed="rId8"/>
          <a:stretch>
            <a:fillRect/>
          </a:stretch>
        </p:blipFill>
        <p:spPr>
          <a:xfrm>
            <a:off x="5972270" y="3024516"/>
            <a:ext cx="1078623" cy="1443022"/>
          </a:xfrm>
          <a:prstGeom prst="rect">
            <a:avLst/>
          </a:prstGeom>
        </p:spPr>
      </p:pic>
      <p:pic>
        <p:nvPicPr>
          <p:cNvPr id="36" name="asset-sheet separated speech bubble icon"/>
          <p:cNvPicPr/>
          <p:nvPr/>
        </p:nvPicPr>
        <p:blipFill>
          <a:blip r:embed="rId9"/>
          <a:stretch>
            <a:fillRect/>
          </a:stretch>
        </p:blipFill>
        <p:spPr>
          <a:xfrm>
            <a:off x="7364276" y="3279596"/>
            <a:ext cx="495583" cy="524735"/>
          </a:xfrm>
          <a:prstGeom prst="rect">
            <a:avLst/>
          </a:prstGeom>
        </p:spPr>
      </p:pic>
      <p:pic>
        <p:nvPicPr>
          <p:cNvPr id="37" name="asset-sheet separated question mark icon"/>
          <p:cNvPicPr/>
          <p:nvPr/>
        </p:nvPicPr>
        <p:blipFill>
          <a:blip r:embed="rId10"/>
          <a:stretch>
            <a:fillRect/>
          </a:stretch>
        </p:blipFill>
        <p:spPr>
          <a:xfrm>
            <a:off x="8304427" y="3272308"/>
            <a:ext cx="473719" cy="524735"/>
          </a:xfrm>
          <a:prstGeom prst="rect">
            <a:avLst/>
          </a:prstGeom>
        </p:spPr>
      </p:pic>
      <p:pic>
        <p:nvPicPr>
          <p:cNvPr id="38" name="asset-sheet separated database icon"/>
          <p:cNvPicPr/>
          <p:nvPr/>
        </p:nvPicPr>
        <p:blipFill>
          <a:blip r:embed="rId4"/>
          <a:stretch>
            <a:fillRect/>
          </a:stretch>
        </p:blipFill>
        <p:spPr>
          <a:xfrm>
            <a:off x="9244578" y="3279596"/>
            <a:ext cx="459143" cy="568463"/>
          </a:xfrm>
          <a:prstGeom prst="rect">
            <a:avLst/>
          </a:prstGeom>
        </p:spPr>
      </p:pic>
      <p:pic>
        <p:nvPicPr>
          <p:cNvPr id="39" name="asset-sheet separated code icon"/>
          <p:cNvPicPr/>
          <p:nvPr/>
        </p:nvPicPr>
        <p:blipFill>
          <a:blip r:embed="rId11"/>
          <a:stretch>
            <a:fillRect/>
          </a:stretch>
        </p:blipFill>
        <p:spPr>
          <a:xfrm>
            <a:off x="10184729" y="3279596"/>
            <a:ext cx="524735" cy="524735"/>
          </a:xfrm>
          <a:prstGeom prst="rect">
            <a:avLst/>
          </a:prstGeom>
        </p:spPr>
      </p:pic>
      <p:pic>
        <p:nvPicPr>
          <p:cNvPr id="40" name="asset-sheet separated shield check icon"/>
          <p:cNvPicPr/>
          <p:nvPr/>
        </p:nvPicPr>
        <p:blipFill>
          <a:blip r:embed="rId12"/>
          <a:stretch>
            <a:fillRect/>
          </a:stretch>
        </p:blipFill>
        <p:spPr>
          <a:xfrm>
            <a:off x="11103016" y="3279596"/>
            <a:ext cx="495583" cy="546599"/>
          </a:xfrm>
          <a:prstGeom prst="rect">
            <a:avLst/>
          </a:prstGeom>
        </p:spPr>
      </p:pic>
      <p:pic>
        <p:nvPicPr>
          <p:cNvPr id="41" name="asset-sheet separated stacked layers icon"/>
          <p:cNvPicPr/>
          <p:nvPr/>
        </p:nvPicPr>
        <p:blipFill>
          <a:blip r:embed="rId13"/>
          <a:stretch>
            <a:fillRect/>
          </a:stretch>
        </p:blipFill>
        <p:spPr>
          <a:xfrm>
            <a:off x="528140" y="5276506"/>
            <a:ext cx="408128" cy="335248"/>
          </a:xfrm>
          <a:prstGeom prst="rect">
            <a:avLst/>
          </a:prstGeom>
        </p:spPr>
      </p:pic>
      <p:pic>
        <p:nvPicPr>
          <p:cNvPr id="42" name="asset-sheet separated grid table icon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7770" y="5291082"/>
            <a:ext cx="291520" cy="291520"/>
          </a:xfrm>
          <a:prstGeom prst="rect">
            <a:avLst/>
          </a:prstGeom>
        </p:spPr>
      </p:pic>
      <p:pic>
        <p:nvPicPr>
          <p:cNvPr id="43" name="asset-sheet separated bar chart icon"/>
          <p:cNvPicPr/>
          <p:nvPr/>
        </p:nvPicPr>
        <p:blipFill>
          <a:blip r:embed="rId15"/>
          <a:stretch>
            <a:fillRect/>
          </a:stretch>
        </p:blipFill>
        <p:spPr>
          <a:xfrm>
            <a:off x="3465201" y="5298370"/>
            <a:ext cx="393552" cy="284232"/>
          </a:xfrm>
          <a:prstGeom prst="rect">
            <a:avLst/>
          </a:prstGeom>
        </p:spPr>
      </p:pic>
      <p:pic>
        <p:nvPicPr>
          <p:cNvPr id="44" name="asset-sheet separated route icon"/>
          <p:cNvPicPr/>
          <p:nvPr/>
        </p:nvPicPr>
        <p:blipFill>
          <a:blip r:embed="rId16"/>
          <a:stretch>
            <a:fillRect/>
          </a:stretch>
        </p:blipFill>
        <p:spPr>
          <a:xfrm>
            <a:off x="4886359" y="5283794"/>
            <a:ext cx="349824" cy="306096"/>
          </a:xfrm>
          <a:prstGeom prst="rect">
            <a:avLst/>
          </a:prstGeom>
        </p:spPr>
      </p:pic>
      <p:pic>
        <p:nvPicPr>
          <p:cNvPr id="45" name="asset-sheet separated document plus icon"/>
          <p:cNvPicPr/>
          <p:nvPr/>
        </p:nvPicPr>
        <p:blipFill>
          <a:blip r:embed="rId17"/>
          <a:stretch>
            <a:fillRect/>
          </a:stretch>
        </p:blipFill>
        <p:spPr>
          <a:xfrm>
            <a:off x="6292941" y="5276506"/>
            <a:ext cx="357112" cy="313384"/>
          </a:xfrm>
          <a:prstGeom prst="rect">
            <a:avLst/>
          </a:prstGeom>
        </p:spPr>
      </p:pic>
      <p:pic>
        <p:nvPicPr>
          <p:cNvPr id="46" name="asset-sheet separated code icon"/>
          <p:cNvPicPr/>
          <p:nvPr/>
        </p:nvPicPr>
        <p:blipFill>
          <a:blip r:embed="rId18"/>
          <a:stretch>
            <a:fillRect/>
          </a:stretch>
        </p:blipFill>
        <p:spPr>
          <a:xfrm>
            <a:off x="7969179" y="5283794"/>
            <a:ext cx="408128" cy="313384"/>
          </a:xfrm>
          <a:prstGeom prst="rect">
            <a:avLst/>
          </a:prstGeom>
        </p:spPr>
      </p:pic>
      <p:pic>
        <p:nvPicPr>
          <p:cNvPr id="47" name="asset-sheet separated target icon"/>
          <p:cNvPicPr/>
          <p:nvPr/>
        </p:nvPicPr>
        <p:blipFill>
          <a:blip r:embed="rId19"/>
          <a:stretch>
            <a:fillRect/>
          </a:stretch>
        </p:blipFill>
        <p:spPr>
          <a:xfrm>
            <a:off x="9608978" y="5276506"/>
            <a:ext cx="371688" cy="327960"/>
          </a:xfrm>
          <a:prstGeom prst="rect">
            <a:avLst/>
          </a:prstGeom>
        </p:spPr>
      </p:pic>
      <p:pic>
        <p:nvPicPr>
          <p:cNvPr id="48" name="asset-sheet separated clipboard check icon"/>
          <p:cNvPicPr/>
          <p:nvPr/>
        </p:nvPicPr>
        <p:blipFill>
          <a:blip r:embed="rId20"/>
          <a:stretch>
            <a:fillRect/>
          </a:stretch>
        </p:blipFill>
        <p:spPr>
          <a:xfrm>
            <a:off x="10986408" y="5276506"/>
            <a:ext cx="364400" cy="335248"/>
          </a:xfrm>
          <a:prstGeom prst="rect">
            <a:avLst/>
          </a:prstGeom>
        </p:spPr>
      </p:pic>
      <p:pic>
        <p:nvPicPr>
          <p:cNvPr id="49" name="asset-sheet separated white crown corner decoration"/>
          <p:cNvPicPr/>
          <p:nvPr/>
        </p:nvPicPr>
        <p:blipFill>
          <a:blip r:embed="rId21"/>
          <a:stretch>
            <a:fillRect/>
          </a:stretch>
        </p:blipFill>
        <p:spPr>
          <a:xfrm>
            <a:off x="11103016" y="2040638"/>
            <a:ext cx="816255" cy="816255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520852" y="2456053"/>
            <a:ext cx="233216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zh-CN" sz="1480"/>
          </a:p>
        </p:txBody>
      </p:sp>
      <p:sp>
        <p:nvSpPr>
          <p:cNvPr id="51" name="TextBox 51"/>
          <p:cNvSpPr txBox="1"/>
          <p:nvPr/>
        </p:nvSpPr>
        <p:spPr>
          <a:xfrm>
            <a:off x="3421473" y="2470629"/>
            <a:ext cx="233216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lang="zh-CN" sz="1480"/>
          </a:p>
        </p:txBody>
      </p:sp>
      <p:sp>
        <p:nvSpPr>
          <p:cNvPr id="52" name="TextBox 52"/>
          <p:cNvSpPr txBox="1"/>
          <p:nvPr/>
        </p:nvSpPr>
        <p:spPr>
          <a:xfrm>
            <a:off x="6322093" y="2295717"/>
            <a:ext cx="276944" cy="29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9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lang="zh-CN" sz="1690"/>
          </a:p>
        </p:txBody>
      </p:sp>
      <p:sp>
        <p:nvSpPr>
          <p:cNvPr id="55" name="TextBox 55"/>
          <p:cNvSpPr txBox="1"/>
          <p:nvPr/>
        </p:nvSpPr>
        <p:spPr>
          <a:xfrm>
            <a:off x="1118467" y="1370142"/>
            <a:ext cx="10494708" cy="313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8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已将</a:t>
            </a:r>
            <a:r>
              <a:rPr lang="zh-CN" sz="1580" b="1">
                <a:solidFill>
                  <a:srgbClr val="D019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人工取数流程</a:t>
            </a:r>
            <a:r>
              <a:rPr lang="zh-CN" sz="158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和</a:t>
            </a:r>
            <a:r>
              <a:rPr lang="zh-CN" sz="1580" b="1">
                <a:solidFill>
                  <a:srgbClr val="D019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相关知识</a:t>
            </a:r>
            <a:r>
              <a:rPr lang="zh-CN" sz="158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转化为</a:t>
            </a:r>
            <a:r>
              <a:rPr lang="zh-CN" sz="1580" b="1">
                <a:solidFill>
                  <a:srgbClr val="D019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AI可执行能力</a:t>
            </a:r>
            <a:r>
              <a:rPr lang="zh-CN" sz="158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，AI能够初步完成</a:t>
            </a:r>
            <a:r>
              <a:rPr lang="zh-CN" sz="1580" b="1">
                <a:solidFill>
                  <a:srgbClr val="D019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需求理解、口径澄清、数据匹配、SQL生成和自检。</a:t>
            </a:r>
            <a:endParaRPr lang="zh-CN" sz="1580"/>
          </a:p>
        </p:txBody>
      </p:sp>
      <p:sp>
        <p:nvSpPr>
          <p:cNvPr id="56" name="TextBox 56"/>
          <p:cNvSpPr txBox="1"/>
          <p:nvPr/>
        </p:nvSpPr>
        <p:spPr>
          <a:xfrm>
            <a:off x="907116" y="2470629"/>
            <a:ext cx="1588782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6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固化人的取数流程</a:t>
            </a:r>
            <a:endParaRPr lang="zh-CN" sz="1560"/>
          </a:p>
        </p:txBody>
      </p:sp>
      <p:sp>
        <p:nvSpPr>
          <p:cNvPr id="57" name="TextBox 57"/>
          <p:cNvSpPr txBox="1"/>
          <p:nvPr/>
        </p:nvSpPr>
        <p:spPr>
          <a:xfrm>
            <a:off x="579156" y="3979243"/>
            <a:ext cx="1763694" cy="4664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4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梳理并标准化从需求理解到</a:t>
            </a:r>
            <a:endParaRPr lang="zh-CN" sz="1040"/>
          </a:p>
          <a:p>
            <a:pPr algn="l"/>
            <a:r>
              <a:rPr lang="zh-CN" sz="104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结果核验的人工取数流程</a:t>
            </a:r>
            <a:endParaRPr lang="zh-CN" sz="1040"/>
          </a:p>
        </p:txBody>
      </p:sp>
      <p:sp>
        <p:nvSpPr>
          <p:cNvPr id="58" name="TextBox 58"/>
          <p:cNvSpPr txBox="1"/>
          <p:nvPr/>
        </p:nvSpPr>
        <p:spPr>
          <a:xfrm>
            <a:off x="3778584" y="2507069"/>
            <a:ext cx="1603358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0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沉淀各环节知识资产</a:t>
            </a:r>
            <a:endParaRPr lang="zh-CN" sz="1400"/>
          </a:p>
        </p:txBody>
      </p:sp>
      <p:sp>
        <p:nvSpPr>
          <p:cNvPr id="59" name="TextBox 59"/>
          <p:cNvSpPr txBox="1"/>
          <p:nvPr/>
        </p:nvSpPr>
        <p:spPr>
          <a:xfrm>
            <a:off x="3414185" y="3906363"/>
            <a:ext cx="1909454" cy="6632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8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将表索引、指标、路由规则、</a:t>
            </a:r>
            <a:endParaRPr lang="zh-CN" sz="1080"/>
          </a:p>
          <a:p>
            <a:pPr algn="l"/>
            <a:r>
              <a:rPr lang="zh-CN" sz="108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补表规则、SQL规则等沉淀为</a:t>
            </a:r>
            <a:endParaRPr lang="zh-CN" sz="1080"/>
          </a:p>
          <a:p>
            <a:pPr algn="l"/>
            <a:r>
              <a:rPr lang="zh-CN" sz="108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可复用资产</a:t>
            </a:r>
            <a:endParaRPr lang="zh-CN" sz="1080"/>
          </a:p>
        </p:txBody>
      </p:sp>
      <p:sp>
        <p:nvSpPr>
          <p:cNvPr id="60" name="TextBox 60"/>
          <p:cNvSpPr txBox="1"/>
          <p:nvPr/>
        </p:nvSpPr>
        <p:spPr>
          <a:xfrm>
            <a:off x="6810389" y="2317581"/>
            <a:ext cx="3461796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260" b="1">
                <a:solidFill>
                  <a:srgbClr val="C915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形成AI辅助取数能力</a:t>
            </a:r>
            <a:endParaRPr lang="zh-CN" sz="2260"/>
          </a:p>
        </p:txBody>
      </p:sp>
      <p:sp>
        <p:nvSpPr>
          <p:cNvPr id="61" name="TextBox 61"/>
          <p:cNvSpPr txBox="1"/>
          <p:nvPr/>
        </p:nvSpPr>
        <p:spPr>
          <a:xfrm>
            <a:off x="6795813" y="2754861"/>
            <a:ext cx="4081275" cy="225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5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AI能够按照数据支撑人员的取数思路，完成关键取数环节</a:t>
            </a:r>
            <a:endParaRPr lang="zh-CN" sz="1150"/>
          </a:p>
        </p:txBody>
      </p:sp>
      <p:sp>
        <p:nvSpPr>
          <p:cNvPr id="62" name="TextBox 62"/>
          <p:cNvSpPr txBox="1"/>
          <p:nvPr/>
        </p:nvSpPr>
        <p:spPr>
          <a:xfrm>
            <a:off x="7247668" y="3993819"/>
            <a:ext cx="648631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5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理解需求</a:t>
            </a:r>
            <a:endParaRPr lang="zh-CN" sz="1150"/>
          </a:p>
        </p:txBody>
      </p:sp>
      <p:sp>
        <p:nvSpPr>
          <p:cNvPr id="63" name="TextBox 63"/>
          <p:cNvSpPr txBox="1"/>
          <p:nvPr/>
        </p:nvSpPr>
        <p:spPr>
          <a:xfrm>
            <a:off x="8180531" y="3993819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4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主动澄清</a:t>
            </a:r>
            <a:endParaRPr lang="zh-CN" sz="1140"/>
          </a:p>
        </p:txBody>
      </p:sp>
      <p:sp>
        <p:nvSpPr>
          <p:cNvPr id="64" name="TextBox 64"/>
          <p:cNvSpPr txBox="1"/>
          <p:nvPr/>
        </p:nvSpPr>
        <p:spPr>
          <a:xfrm>
            <a:off x="9113394" y="3993819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4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匹配数据</a:t>
            </a:r>
            <a:endParaRPr lang="zh-CN" sz="1140"/>
          </a:p>
        </p:txBody>
      </p:sp>
      <p:sp>
        <p:nvSpPr>
          <p:cNvPr id="65" name="TextBox 65"/>
          <p:cNvSpPr txBox="1"/>
          <p:nvPr/>
        </p:nvSpPr>
        <p:spPr>
          <a:xfrm>
            <a:off x="10089985" y="3993819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5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生成SQL</a:t>
            </a:r>
            <a:endParaRPr lang="zh-CN" sz="1250"/>
          </a:p>
        </p:txBody>
      </p:sp>
      <p:sp>
        <p:nvSpPr>
          <p:cNvPr id="66" name="TextBox 66"/>
          <p:cNvSpPr txBox="1"/>
          <p:nvPr/>
        </p:nvSpPr>
        <p:spPr>
          <a:xfrm>
            <a:off x="11015560" y="3993819"/>
            <a:ext cx="6559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6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自检校验</a:t>
            </a:r>
            <a:endParaRPr lang="zh-CN" sz="1160"/>
          </a:p>
        </p:txBody>
      </p:sp>
      <p:sp>
        <p:nvSpPr>
          <p:cNvPr id="67" name="TextBox 67"/>
          <p:cNvSpPr txBox="1"/>
          <p:nvPr/>
        </p:nvSpPr>
        <p:spPr>
          <a:xfrm>
            <a:off x="433396" y="5844969"/>
            <a:ext cx="947439" cy="269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740" b="1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能力底座</a:t>
            </a:r>
            <a:endParaRPr lang="zh-CN" sz="1740"/>
          </a:p>
        </p:txBody>
      </p:sp>
      <p:sp>
        <p:nvSpPr>
          <p:cNvPr id="68" name="TextBox 68"/>
          <p:cNvSpPr txBox="1"/>
          <p:nvPr/>
        </p:nvSpPr>
        <p:spPr>
          <a:xfrm>
            <a:off x="1839979" y="5560738"/>
            <a:ext cx="801679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122</a:t>
            </a:r>
            <a:endParaRPr lang="zh-CN" sz="3250"/>
          </a:p>
        </p:txBody>
      </p:sp>
      <p:sp>
        <p:nvSpPr>
          <p:cNvPr id="69" name="TextBox 69"/>
          <p:cNvSpPr txBox="1"/>
          <p:nvPr/>
        </p:nvSpPr>
        <p:spPr>
          <a:xfrm>
            <a:off x="1912858" y="6019881"/>
            <a:ext cx="6559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0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张表索引</a:t>
            </a:r>
            <a:endParaRPr lang="zh-CN" sz="1200"/>
          </a:p>
        </p:txBody>
      </p:sp>
      <p:sp>
        <p:nvSpPr>
          <p:cNvPr id="70" name="TextBox 70"/>
          <p:cNvSpPr txBox="1"/>
          <p:nvPr/>
        </p:nvSpPr>
        <p:spPr>
          <a:xfrm>
            <a:off x="3304865" y="5560738"/>
            <a:ext cx="597615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91</a:t>
            </a:r>
            <a:endParaRPr lang="zh-CN" sz="3290"/>
          </a:p>
        </p:txBody>
      </p:sp>
      <p:sp>
        <p:nvSpPr>
          <p:cNvPr id="71" name="TextBox 71"/>
          <p:cNvSpPr txBox="1"/>
          <p:nvPr/>
        </p:nvSpPr>
        <p:spPr>
          <a:xfrm>
            <a:off x="3348593" y="6019881"/>
            <a:ext cx="517447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1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个标准指标</a:t>
            </a:r>
            <a:endParaRPr lang="zh-CN" sz="810"/>
          </a:p>
        </p:txBody>
      </p:sp>
      <p:sp>
        <p:nvSpPr>
          <p:cNvPr id="72" name="TextBox 72"/>
          <p:cNvSpPr txBox="1"/>
          <p:nvPr/>
        </p:nvSpPr>
        <p:spPr>
          <a:xfrm>
            <a:off x="4726023" y="5560738"/>
            <a:ext cx="65591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13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114</a:t>
            </a:r>
            <a:endParaRPr lang="zh-CN" sz="3130"/>
          </a:p>
        </p:txBody>
      </p:sp>
      <p:sp>
        <p:nvSpPr>
          <p:cNvPr id="73" name="TextBox 73"/>
          <p:cNvSpPr txBox="1"/>
          <p:nvPr/>
        </p:nvSpPr>
        <p:spPr>
          <a:xfrm>
            <a:off x="4769751" y="6019881"/>
            <a:ext cx="61947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98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条路由规则</a:t>
            </a:r>
            <a:endParaRPr lang="zh-CN" sz="980"/>
          </a:p>
        </p:txBody>
      </p:sp>
      <p:sp>
        <p:nvSpPr>
          <p:cNvPr id="74" name="TextBox 74"/>
          <p:cNvSpPr txBox="1"/>
          <p:nvPr/>
        </p:nvSpPr>
        <p:spPr>
          <a:xfrm>
            <a:off x="6169046" y="5560738"/>
            <a:ext cx="54659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62</a:t>
            </a:r>
            <a:endParaRPr lang="zh-CN" sz="3290"/>
          </a:p>
        </p:txBody>
      </p:sp>
      <p:sp>
        <p:nvSpPr>
          <p:cNvPr id="75" name="TextBox 75"/>
          <p:cNvSpPr txBox="1"/>
          <p:nvPr/>
        </p:nvSpPr>
        <p:spPr>
          <a:xfrm>
            <a:off x="6169046" y="6019881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1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条补表规则</a:t>
            </a:r>
            <a:endParaRPr lang="zh-CN" sz="1010"/>
          </a:p>
        </p:txBody>
      </p:sp>
      <p:sp>
        <p:nvSpPr>
          <p:cNvPr id="76" name="TextBox 76"/>
          <p:cNvSpPr txBox="1"/>
          <p:nvPr/>
        </p:nvSpPr>
        <p:spPr>
          <a:xfrm>
            <a:off x="7728676" y="5560738"/>
            <a:ext cx="76523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101</a:t>
            </a:r>
            <a:endParaRPr lang="zh-CN" sz="3290"/>
          </a:p>
        </p:txBody>
      </p:sp>
      <p:sp>
        <p:nvSpPr>
          <p:cNvPr id="77" name="TextBox 77"/>
          <p:cNvSpPr txBox="1"/>
          <p:nvPr/>
        </p:nvSpPr>
        <p:spPr>
          <a:xfrm>
            <a:off x="7808844" y="6019881"/>
            <a:ext cx="816255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4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条SQL规则与自检项</a:t>
            </a:r>
            <a:endParaRPr lang="zh-CN" sz="740"/>
          </a:p>
        </p:txBody>
      </p:sp>
      <p:sp>
        <p:nvSpPr>
          <p:cNvPr id="78" name="TextBox 78"/>
          <p:cNvSpPr txBox="1"/>
          <p:nvPr/>
        </p:nvSpPr>
        <p:spPr>
          <a:xfrm>
            <a:off x="9455930" y="5560738"/>
            <a:ext cx="590327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lang="zh-CN" sz="3250"/>
          </a:p>
        </p:txBody>
      </p:sp>
      <p:sp>
        <p:nvSpPr>
          <p:cNvPr id="79" name="TextBox 79"/>
          <p:cNvSpPr txBox="1"/>
          <p:nvPr/>
        </p:nvSpPr>
        <p:spPr>
          <a:xfrm>
            <a:off x="9514234" y="6019881"/>
            <a:ext cx="488295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7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个专项场景</a:t>
            </a:r>
            <a:endParaRPr lang="zh-CN" sz="770"/>
          </a:p>
        </p:txBody>
      </p:sp>
      <p:sp>
        <p:nvSpPr>
          <p:cNvPr id="80" name="TextBox 80"/>
          <p:cNvSpPr txBox="1"/>
          <p:nvPr/>
        </p:nvSpPr>
        <p:spPr>
          <a:xfrm>
            <a:off x="10913528" y="5560738"/>
            <a:ext cx="597615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18</a:t>
            </a:r>
            <a:endParaRPr lang="zh-CN" sz="3250"/>
          </a:p>
        </p:txBody>
      </p:sp>
      <p:sp>
        <p:nvSpPr>
          <p:cNvPr id="81" name="TextBox 81"/>
          <p:cNvSpPr txBox="1"/>
          <p:nvPr/>
        </p:nvSpPr>
        <p:spPr>
          <a:xfrm>
            <a:off x="10942680" y="6019881"/>
            <a:ext cx="4737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5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个验证案例</a:t>
            </a:r>
            <a:endParaRPr lang="zh-CN" sz="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四、试用验证：</a:t>
            </a:r>
            <a:r>
              <a:rPr lang="zh-CN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首批 4 人试用， 真实需求解决率达到</a:t>
            </a:r>
            <a:r>
              <a:rPr lang="en-US" altLang="zh-CN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 </a:t>
            </a:r>
            <a:r>
              <a:rPr lang="en-US" altLang="zh-CN" sz="280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77%</a:t>
            </a:r>
            <a:endParaRPr lang="en-US" altLang="zh-CN" sz="2800" dirty="0">
              <a:solidFill>
                <a:srgbClr val="FF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</p:txBody>
      </p:sp>
      <p:sp>
        <p:nvSpPr>
          <p:cNvPr id="4" name="Rect 2"/>
          <p:cNvSpPr/>
          <p:nvPr/>
        </p:nvSpPr>
        <p:spPr>
          <a:xfrm>
            <a:off x="318" y="6355129"/>
            <a:ext cx="12191695" cy="502871"/>
          </a:xfrm>
          <a:prstGeom prst="rect">
            <a:avLst/>
          </a:prstGeom>
          <a:solidFill>
            <a:srgbClr val="D6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318" y="6741392"/>
            <a:ext cx="12191695" cy="116608"/>
          </a:xfrm>
          <a:prstGeom prst="rect">
            <a:avLst/>
          </a:prstGeom>
          <a:solidFill>
            <a:srgbClr val="BD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oundrect 9"/>
          <p:cNvSpPr/>
          <p:nvPr/>
        </p:nvSpPr>
        <p:spPr>
          <a:xfrm>
            <a:off x="5950332" y="1581494"/>
            <a:ext cx="5454179" cy="2550797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25400">
            <a:solidFill>
              <a:srgbClr val="D60000"/>
            </a:solidFill>
          </a:ln>
        </p:spPr>
        <p:txBody>
          <a:bodyPr/>
          <a:lstStyle/>
          <a:p/>
        </p:txBody>
      </p:sp>
      <p:sp>
        <p:nvSpPr>
          <p:cNvPr id="54" name="Roundrect 10"/>
          <p:cNvSpPr/>
          <p:nvPr/>
        </p:nvSpPr>
        <p:spPr>
          <a:xfrm>
            <a:off x="4951371" y="4489403"/>
            <a:ext cx="6927100" cy="1719966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25400">
            <a:solidFill>
              <a:srgbClr val="F0B5B5"/>
            </a:solidFill>
          </a:ln>
        </p:spPr>
        <p:txBody>
          <a:bodyPr/>
          <a:lstStyle/>
          <a:p/>
        </p:txBody>
      </p:sp>
      <p:sp>
        <p:nvSpPr>
          <p:cNvPr id="82" name="Roundrect 11"/>
          <p:cNvSpPr/>
          <p:nvPr/>
        </p:nvSpPr>
        <p:spPr>
          <a:xfrm>
            <a:off x="364902" y="2011486"/>
            <a:ext cx="2180213" cy="2113518"/>
          </a:xfrm>
          <a:prstGeom prst="roundRect">
            <a:avLst>
              <a:gd name="adj" fmla="val 6207"/>
            </a:avLst>
          </a:prstGeom>
          <a:solidFill>
            <a:srgbClr val="FFF7F7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Roundrect 12"/>
          <p:cNvSpPr/>
          <p:nvPr/>
        </p:nvSpPr>
        <p:spPr>
          <a:xfrm>
            <a:off x="2800325" y="2011486"/>
            <a:ext cx="2770840" cy="2113518"/>
          </a:xfrm>
          <a:prstGeom prst="roundRect">
            <a:avLst>
              <a:gd name="adj" fmla="val 6207"/>
            </a:avLst>
          </a:prstGeom>
          <a:solidFill>
            <a:srgbClr val="FFF7F7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oundrect 13"/>
          <p:cNvSpPr/>
          <p:nvPr/>
        </p:nvSpPr>
        <p:spPr>
          <a:xfrm>
            <a:off x="357611" y="4817362"/>
            <a:ext cx="4345844" cy="1392006"/>
          </a:xfrm>
          <a:prstGeom prst="roundRect">
            <a:avLst>
              <a:gd name="adj" fmla="val 9424"/>
            </a:avLst>
          </a:prstGeom>
          <a:solidFill>
            <a:srgbClr val="FFF7F7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Line 14"/>
          <p:cNvSpPr/>
          <p:nvPr/>
        </p:nvSpPr>
        <p:spPr>
          <a:xfrm>
            <a:off x="7751378" y="2317581"/>
            <a:ext cx="0" cy="1464886"/>
          </a:xfrm>
          <a:prstGeom prst="line">
            <a:avLst/>
          </a:prstGeom>
          <a:noFill/>
          <a:ln w="25400">
            <a:solidFill>
              <a:srgbClr val="E9B9B9"/>
            </a:solidFill>
          </a:ln>
        </p:spPr>
        <p:txBody>
          <a:bodyPr/>
          <a:lstStyle/>
          <a:p/>
        </p:txBody>
      </p:sp>
      <p:sp>
        <p:nvSpPr>
          <p:cNvPr id="86" name="Line 15"/>
          <p:cNvSpPr/>
          <p:nvPr/>
        </p:nvSpPr>
        <p:spPr>
          <a:xfrm>
            <a:off x="9450340" y="2317581"/>
            <a:ext cx="0" cy="1464886"/>
          </a:xfrm>
          <a:prstGeom prst="line">
            <a:avLst/>
          </a:prstGeom>
          <a:noFill/>
          <a:ln w="25400">
            <a:solidFill>
              <a:srgbClr val="E9B9B9"/>
            </a:solidFill>
          </a:ln>
        </p:spPr>
        <p:txBody>
          <a:bodyPr/>
          <a:lstStyle/>
          <a:p/>
        </p:txBody>
      </p:sp>
      <p:sp>
        <p:nvSpPr>
          <p:cNvPr id="87" name="Line 16"/>
          <p:cNvSpPr/>
          <p:nvPr/>
        </p:nvSpPr>
        <p:spPr>
          <a:xfrm>
            <a:off x="6409708" y="4759058"/>
            <a:ext cx="0" cy="1180655"/>
          </a:xfrm>
          <a:prstGeom prst="line">
            <a:avLst/>
          </a:prstGeom>
          <a:noFill/>
          <a:ln w="25400">
            <a:solidFill>
              <a:srgbClr val="E6A1A1"/>
            </a:solidFill>
          </a:ln>
        </p:spPr>
        <p:txBody>
          <a:bodyPr/>
          <a:lstStyle/>
          <a:p/>
        </p:txBody>
      </p:sp>
      <p:sp>
        <p:nvSpPr>
          <p:cNvPr id="89" name="Roundrect 18"/>
          <p:cNvSpPr/>
          <p:nvPr/>
        </p:nvSpPr>
        <p:spPr>
          <a:xfrm>
            <a:off x="3478451" y="1574206"/>
            <a:ext cx="1319795" cy="386264"/>
          </a:xfrm>
          <a:prstGeom prst="roundRect">
            <a:avLst>
              <a:gd name="adj" fmla="val 22642"/>
            </a:avLst>
          </a:prstGeom>
          <a:solidFill>
            <a:srgbClr val="D6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Roundrect 19"/>
          <p:cNvSpPr/>
          <p:nvPr/>
        </p:nvSpPr>
        <p:spPr>
          <a:xfrm>
            <a:off x="1055595" y="4373430"/>
            <a:ext cx="1356253" cy="386264"/>
          </a:xfrm>
          <a:prstGeom prst="roundRect">
            <a:avLst>
              <a:gd name="adj" fmla="val 22642"/>
            </a:avLst>
          </a:prstGeom>
          <a:solidFill>
            <a:srgbClr val="D6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Roundrect 20"/>
          <p:cNvSpPr/>
          <p:nvPr/>
        </p:nvSpPr>
        <p:spPr>
          <a:xfrm>
            <a:off x="6730542" y="4751770"/>
            <a:ext cx="1341670" cy="393552"/>
          </a:xfrm>
          <a:prstGeom prst="roundRect">
            <a:avLst>
              <a:gd name="adj" fmla="val 22222"/>
            </a:avLst>
          </a:prstGeom>
          <a:solidFill>
            <a:srgbClr val="D6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oundrect 21"/>
          <p:cNvSpPr/>
          <p:nvPr/>
        </p:nvSpPr>
        <p:spPr>
          <a:xfrm>
            <a:off x="7117001" y="1311838"/>
            <a:ext cx="3084382" cy="546599"/>
          </a:xfrm>
          <a:prstGeom prst="roundRect">
            <a:avLst>
              <a:gd name="adj" fmla="val 8000"/>
            </a:avLst>
          </a:prstGeom>
          <a:solidFill>
            <a:srgbClr val="D6000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93" name="tracking purpose icon"/>
          <p:cNvPicPr/>
          <p:nvPr/>
        </p:nvPicPr>
        <p:blipFill>
          <a:blip r:embed="rId1"/>
          <a:stretch>
            <a:fillRect/>
          </a:stretch>
        </p:blipFill>
        <p:spPr>
          <a:xfrm>
            <a:off x="394069" y="4219747"/>
            <a:ext cx="751043" cy="699647"/>
          </a:xfrm>
          <a:prstGeom prst="rect">
            <a:avLst/>
          </a:prstGeom>
        </p:spPr>
      </p:pic>
      <p:pic>
        <p:nvPicPr>
          <p:cNvPr id="94" name="search document icon"/>
          <p:cNvPicPr/>
          <p:nvPr/>
        </p:nvPicPr>
        <p:blipFill>
          <a:blip r:embed="rId2"/>
          <a:stretch>
            <a:fillRect/>
          </a:stretch>
        </p:blipFill>
        <p:spPr>
          <a:xfrm>
            <a:off x="569069" y="5036002"/>
            <a:ext cx="955211" cy="976591"/>
          </a:xfrm>
          <a:prstGeom prst="rect">
            <a:avLst/>
          </a:prstGeom>
        </p:spPr>
      </p:pic>
      <p:pic>
        <p:nvPicPr>
          <p:cNvPr id="95" name="demand document icon"/>
          <p:cNvPicPr/>
          <p:nvPr/>
        </p:nvPicPr>
        <p:blipFill>
          <a:blip r:embed="rId3"/>
          <a:stretch>
            <a:fillRect/>
          </a:stretch>
        </p:blipFill>
        <p:spPr>
          <a:xfrm>
            <a:off x="6497208" y="2062502"/>
            <a:ext cx="889585" cy="838119"/>
          </a:xfrm>
          <a:prstGeom prst="rect">
            <a:avLst/>
          </a:prstGeom>
        </p:spPr>
      </p:pic>
      <p:pic>
        <p:nvPicPr>
          <p:cNvPr id="96" name="success check icon"/>
          <p:cNvPicPr/>
          <p:nvPr/>
        </p:nvPicPr>
        <p:blipFill>
          <a:blip r:embed="rId4"/>
          <a:stretch>
            <a:fillRect/>
          </a:stretch>
        </p:blipFill>
        <p:spPr>
          <a:xfrm>
            <a:off x="8108670" y="2055214"/>
            <a:ext cx="889585" cy="845407"/>
          </a:xfrm>
          <a:prstGeom prst="rect">
            <a:avLst/>
          </a:prstGeom>
        </p:spPr>
      </p:pic>
      <p:pic>
        <p:nvPicPr>
          <p:cNvPr id="97" name="resolution ratio pie icon"/>
          <p:cNvPicPr/>
          <p:nvPr/>
        </p:nvPicPr>
        <p:blipFill>
          <a:blip r:embed="rId5"/>
          <a:stretch>
            <a:fillRect/>
          </a:stretch>
        </p:blipFill>
        <p:spPr>
          <a:xfrm>
            <a:off x="10026383" y="2069790"/>
            <a:ext cx="889585" cy="830831"/>
          </a:xfrm>
          <a:prstGeom prst="rect">
            <a:avLst/>
          </a:prstGeom>
        </p:spPr>
      </p:pic>
      <p:pic>
        <p:nvPicPr>
          <p:cNvPr id="98" name="summary trophy icon"/>
          <p:cNvPicPr/>
          <p:nvPr/>
        </p:nvPicPr>
        <p:blipFill>
          <a:blip r:embed="rId6"/>
          <a:stretch>
            <a:fillRect/>
          </a:stretch>
        </p:blipFill>
        <p:spPr>
          <a:xfrm>
            <a:off x="5038871" y="4759058"/>
            <a:ext cx="1181253" cy="1275399"/>
          </a:xfrm>
          <a:prstGeom prst="rect">
            <a:avLst/>
          </a:prstGeom>
        </p:spPr>
      </p:pic>
      <p:pic>
        <p:nvPicPr>
          <p:cNvPr id="99" name="metric arrow decoration"/>
          <p:cNvPicPr/>
          <p:nvPr/>
        </p:nvPicPr>
        <p:blipFill>
          <a:blip r:embed="rId7"/>
          <a:stretch>
            <a:fillRect/>
          </a:stretch>
        </p:blipFill>
        <p:spPr>
          <a:xfrm>
            <a:off x="9224298" y="2674693"/>
            <a:ext cx="619793" cy="502871"/>
          </a:xfrm>
          <a:prstGeom prst="rect">
            <a:avLst/>
          </a:prstGeom>
        </p:spPr>
      </p:pic>
      <p:pic>
        <p:nvPicPr>
          <p:cNvPr id="100" name="upward arrow decoration"/>
          <p:cNvPicPr/>
          <p:nvPr/>
        </p:nvPicPr>
        <p:blipFill>
          <a:blip r:embed="rId8"/>
          <a:stretch>
            <a:fillRect/>
          </a:stretch>
        </p:blipFill>
        <p:spPr>
          <a:xfrm>
            <a:off x="10835760" y="4606011"/>
            <a:ext cx="838544" cy="1042183"/>
          </a:xfrm>
          <a:prstGeom prst="rect">
            <a:avLst/>
          </a:prstGeom>
        </p:spPr>
      </p:pic>
      <p:sp>
        <p:nvSpPr>
          <p:cNvPr id="101" name="TextBox 35"/>
          <p:cNvSpPr txBox="1"/>
          <p:nvPr/>
        </p:nvSpPr>
        <p:spPr>
          <a:xfrm>
            <a:off x="1188862" y="1668950"/>
            <a:ext cx="940627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真实使用</a:t>
            </a:r>
            <a:endParaRPr lang="zh-CN" sz="2000"/>
          </a:p>
        </p:txBody>
      </p:sp>
      <p:sp>
        <p:nvSpPr>
          <p:cNvPr id="102" name="TextBox 36"/>
          <p:cNvSpPr txBox="1"/>
          <p:nvPr/>
        </p:nvSpPr>
        <p:spPr>
          <a:xfrm>
            <a:off x="510736" y="2448765"/>
            <a:ext cx="1859379" cy="9182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8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组织 </a:t>
            </a:r>
            <a:r>
              <a:rPr lang="zh-CN" sz="1800" b="1">
                <a:solidFill>
                  <a:srgbClr val="D6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r>
              <a:rPr lang="zh-CN" sz="18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名数据支撑人员，</a:t>
            </a:r>
            <a:endParaRPr lang="zh-CN" sz="1800"/>
          </a:p>
          <a:p>
            <a:pPr algn="l"/>
            <a:r>
              <a:rPr lang="zh-CN" sz="18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将 AI 辅助取数应用到</a:t>
            </a:r>
            <a:endParaRPr lang="zh-CN" sz="1800"/>
          </a:p>
          <a:p>
            <a:pPr algn="l"/>
            <a:r>
              <a:rPr lang="zh-CN" sz="18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日常取数需求中。</a:t>
            </a:r>
            <a:endParaRPr lang="zh-CN" sz="1800"/>
          </a:p>
        </p:txBody>
      </p:sp>
      <p:sp>
        <p:nvSpPr>
          <p:cNvPr id="103" name="TextBox 37"/>
          <p:cNvSpPr txBox="1"/>
          <p:nvPr/>
        </p:nvSpPr>
        <p:spPr>
          <a:xfrm>
            <a:off x="3719077" y="1668950"/>
            <a:ext cx="940627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持续跟踪</a:t>
            </a:r>
            <a:endParaRPr lang="zh-CN" sz="2000"/>
          </a:p>
        </p:txBody>
      </p:sp>
      <p:sp>
        <p:nvSpPr>
          <p:cNvPr id="104" name="TextBox 38"/>
          <p:cNvSpPr txBox="1"/>
          <p:nvPr/>
        </p:nvSpPr>
        <p:spPr>
          <a:xfrm>
            <a:off x="2989908" y="2230125"/>
            <a:ext cx="1531254" cy="225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</a:t>
            </a:r>
            <a:r>
              <a:rPr lang="zh-CN" sz="1600" b="1">
                <a:solidFill>
                  <a:srgbClr val="D6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日</a:t>
            </a:r>
            <a:r>
              <a:rPr lang="zh-CN" sz="16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记录并跟踪：</a:t>
            </a:r>
            <a:endParaRPr lang="zh-CN" sz="1600"/>
          </a:p>
        </p:txBody>
      </p:sp>
      <p:sp>
        <p:nvSpPr>
          <p:cNvPr id="105" name="TextBox 39"/>
          <p:cNvSpPr txBox="1"/>
          <p:nvPr/>
        </p:nvSpPr>
        <p:spPr>
          <a:xfrm>
            <a:off x="2968033" y="2579949"/>
            <a:ext cx="2333339" cy="10931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 每日真实取数需求总量；</a:t>
            </a:r>
            <a:endParaRPr lang="zh-CN" sz="1600"/>
          </a:p>
          <a:p>
            <a:pPr algn="l"/>
            <a:r>
              <a:rPr lang="zh-CN" sz="16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 使用 AI 成功解决的需求数量；</a:t>
            </a:r>
            <a:endParaRPr lang="zh-CN" sz="1600"/>
          </a:p>
          <a:p>
            <a:pPr algn="l"/>
            <a:r>
              <a:rPr lang="zh-CN" sz="16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 AI 解决需求占比；</a:t>
            </a:r>
            <a:endParaRPr lang="zh-CN" sz="1600"/>
          </a:p>
          <a:p>
            <a:pPr algn="l"/>
            <a:r>
              <a:rPr lang="zh-CN" sz="16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 各试用人员使用及解决情况。</a:t>
            </a:r>
            <a:endParaRPr lang="zh-CN" sz="1600"/>
          </a:p>
        </p:txBody>
      </p:sp>
      <p:sp>
        <p:nvSpPr>
          <p:cNvPr id="106" name="TextBox 40"/>
          <p:cNvSpPr txBox="1"/>
          <p:nvPr/>
        </p:nvSpPr>
        <p:spPr>
          <a:xfrm>
            <a:off x="1196154" y="4474827"/>
            <a:ext cx="940627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跟踪目的</a:t>
            </a:r>
            <a:endParaRPr lang="zh-CN" sz="2000"/>
          </a:p>
        </p:txBody>
      </p:sp>
      <p:sp>
        <p:nvSpPr>
          <p:cNvPr id="107" name="TextBox 41"/>
          <p:cNvSpPr txBox="1"/>
          <p:nvPr/>
        </p:nvSpPr>
        <p:spPr>
          <a:xfrm>
            <a:off x="1918031" y="5028714"/>
            <a:ext cx="2333339" cy="10203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通过小范围真实使用，观察</a:t>
            </a:r>
            <a:endParaRPr lang="zh-CN" sz="1600"/>
          </a:p>
          <a:p>
            <a:pPr algn="l"/>
            <a:r>
              <a:rPr lang="zh-CN" sz="16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辅助取数的</a:t>
            </a:r>
            <a:r>
              <a:rPr lang="zh-CN" sz="1600" b="1">
                <a:solidFill>
                  <a:srgbClr val="D6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实际覆盖情况</a:t>
            </a:r>
            <a:r>
              <a:rPr lang="zh-CN" sz="16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endParaRPr lang="zh-CN" sz="1600"/>
          </a:p>
          <a:p>
            <a:pPr algn="l"/>
            <a:r>
              <a:rPr lang="zh-CN" sz="16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识别暂</a:t>
            </a:r>
            <a:r>
              <a:rPr lang="zh-CN" sz="1600" b="1">
                <a:solidFill>
                  <a:srgbClr val="D6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未解决的需求类型</a:t>
            </a:r>
            <a:r>
              <a:rPr lang="zh-CN" sz="16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endParaRPr lang="zh-CN" sz="1600"/>
          </a:p>
          <a:p>
            <a:pPr algn="l"/>
            <a:r>
              <a:rPr lang="zh-CN" sz="16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为后续能力优化提供依据。</a:t>
            </a:r>
            <a:endParaRPr lang="zh-CN" sz="1600"/>
          </a:p>
        </p:txBody>
      </p:sp>
      <p:sp>
        <p:nvSpPr>
          <p:cNvPr id="108" name="TextBox 42"/>
          <p:cNvSpPr txBox="1"/>
          <p:nvPr/>
        </p:nvSpPr>
        <p:spPr>
          <a:xfrm>
            <a:off x="7401377" y="1413870"/>
            <a:ext cx="2515631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当前成效</a:t>
            </a:r>
            <a:r>
              <a:rPr lang="zh-CN" sz="1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（截至当前）</a:t>
            </a:r>
            <a:endParaRPr lang="zh-CN" sz="2600"/>
          </a:p>
        </p:txBody>
      </p:sp>
      <p:sp>
        <p:nvSpPr>
          <p:cNvPr id="109" name="TextBox 43"/>
          <p:cNvSpPr txBox="1"/>
          <p:nvPr/>
        </p:nvSpPr>
        <p:spPr>
          <a:xfrm>
            <a:off x="6489917" y="3002652"/>
            <a:ext cx="933336" cy="451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4300" b="1">
                <a:solidFill>
                  <a:srgbClr val="D6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22</a:t>
            </a:r>
            <a:r>
              <a:rPr lang="zh-CN" sz="16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个</a:t>
            </a:r>
            <a:endParaRPr lang="zh-CN" sz="4300"/>
          </a:p>
        </p:txBody>
      </p:sp>
      <p:sp>
        <p:nvSpPr>
          <p:cNvPr id="110" name="TextBox 44"/>
          <p:cNvSpPr txBox="1"/>
          <p:nvPr/>
        </p:nvSpPr>
        <p:spPr>
          <a:xfrm>
            <a:off x="6402416" y="3622132"/>
            <a:ext cx="1239586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真实取数需求</a:t>
            </a:r>
            <a:endParaRPr lang="zh-CN" sz="1500"/>
          </a:p>
        </p:txBody>
      </p:sp>
      <p:sp>
        <p:nvSpPr>
          <p:cNvPr id="111" name="TextBox 45"/>
          <p:cNvSpPr txBox="1"/>
          <p:nvPr/>
        </p:nvSpPr>
        <p:spPr>
          <a:xfrm>
            <a:off x="8115962" y="3002652"/>
            <a:ext cx="918752" cy="451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4300" b="1">
                <a:solidFill>
                  <a:srgbClr val="D6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17</a:t>
            </a:r>
            <a:r>
              <a:rPr lang="zh-CN" sz="160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个</a:t>
            </a:r>
            <a:endParaRPr lang="zh-CN" sz="4300"/>
          </a:p>
        </p:txBody>
      </p:sp>
      <p:sp>
        <p:nvSpPr>
          <p:cNvPr id="112" name="TextBox 46"/>
          <p:cNvSpPr txBox="1"/>
          <p:nvPr/>
        </p:nvSpPr>
        <p:spPr>
          <a:xfrm>
            <a:off x="8043045" y="3622132"/>
            <a:ext cx="1203128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成功解决</a:t>
            </a:r>
            <a:endParaRPr lang="zh-CN" sz="1500"/>
          </a:p>
        </p:txBody>
      </p:sp>
      <p:sp>
        <p:nvSpPr>
          <p:cNvPr id="113" name="TextBox 47"/>
          <p:cNvSpPr txBox="1"/>
          <p:nvPr/>
        </p:nvSpPr>
        <p:spPr>
          <a:xfrm>
            <a:off x="10026383" y="3002652"/>
            <a:ext cx="1035419" cy="451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4300" b="1">
                <a:solidFill>
                  <a:srgbClr val="D6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77</a:t>
            </a:r>
            <a:r>
              <a:rPr lang="zh-CN" sz="2400" b="1">
                <a:solidFill>
                  <a:srgbClr val="D6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%</a:t>
            </a:r>
            <a:endParaRPr lang="zh-CN" sz="4300"/>
          </a:p>
        </p:txBody>
      </p:sp>
      <p:sp>
        <p:nvSpPr>
          <p:cNvPr id="114" name="TextBox 48"/>
          <p:cNvSpPr txBox="1"/>
          <p:nvPr/>
        </p:nvSpPr>
        <p:spPr>
          <a:xfrm>
            <a:off x="9873258" y="3622132"/>
            <a:ext cx="1327086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整体解决占比</a:t>
            </a:r>
            <a:endParaRPr lang="zh-CN" sz="1500"/>
          </a:p>
        </p:txBody>
      </p:sp>
      <p:sp>
        <p:nvSpPr>
          <p:cNvPr id="115" name="TextBox 49"/>
          <p:cNvSpPr txBox="1"/>
          <p:nvPr/>
        </p:nvSpPr>
        <p:spPr>
          <a:xfrm>
            <a:off x="6927418" y="4846514"/>
            <a:ext cx="947919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页面总结</a:t>
            </a:r>
            <a:endParaRPr lang="zh-CN" sz="2000"/>
          </a:p>
        </p:txBody>
      </p:sp>
      <p:sp>
        <p:nvSpPr>
          <p:cNvPr id="116" name="TextBox 50"/>
          <p:cNvSpPr txBox="1"/>
          <p:nvPr/>
        </p:nvSpPr>
        <p:spPr>
          <a:xfrm>
            <a:off x="6737834" y="5261930"/>
            <a:ext cx="2843757" cy="3060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4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 “能力已经形成”，进入</a:t>
            </a:r>
            <a:endParaRPr lang="zh-CN" sz="2400"/>
          </a:p>
        </p:txBody>
      </p:sp>
      <p:sp>
        <p:nvSpPr>
          <p:cNvPr id="117" name="TextBox 51"/>
          <p:cNvSpPr txBox="1"/>
          <p:nvPr/>
        </p:nvSpPr>
        <p:spPr>
          <a:xfrm>
            <a:off x="6672209" y="5633617"/>
            <a:ext cx="4083343" cy="3935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700" b="1">
                <a:solidFill>
                  <a:srgbClr val="D6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“真实需求持续使用和验证”</a:t>
            </a:r>
            <a:r>
              <a:rPr lang="zh-CN" sz="24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阶段。</a:t>
            </a:r>
            <a:endParaRPr lang="zh-CN" sz="2700"/>
          </a:p>
        </p:txBody>
      </p:sp>
      <p:pic>
        <p:nvPicPr>
          <p:cNvPr id="118" name="real use people icon"/>
          <p:cNvPicPr/>
          <p:nvPr/>
        </p:nvPicPr>
        <p:blipFill>
          <a:blip r:embed="rId9"/>
          <a:stretch>
            <a:fillRect/>
          </a:stretch>
        </p:blipFill>
        <p:spPr>
          <a:xfrm>
            <a:off x="231531" y="1071032"/>
            <a:ext cx="743752" cy="940151"/>
          </a:xfrm>
          <a:prstGeom prst="rect">
            <a:avLst/>
          </a:prstGeom>
        </p:spPr>
      </p:pic>
      <p:sp>
        <p:nvSpPr>
          <p:cNvPr id="88" name="Roundrect 17"/>
          <p:cNvSpPr/>
          <p:nvPr/>
        </p:nvSpPr>
        <p:spPr>
          <a:xfrm>
            <a:off x="919070" y="1574206"/>
            <a:ext cx="1356253" cy="386264"/>
          </a:xfrm>
          <a:prstGeom prst="roundRect">
            <a:avLst>
              <a:gd name="adj" fmla="val 22642"/>
            </a:avLst>
          </a:prstGeom>
          <a:solidFill>
            <a:srgbClr val="D6000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9" name="tracking clipboard icon"/>
          <p:cNvPicPr/>
          <p:nvPr/>
        </p:nvPicPr>
        <p:blipFill>
          <a:blip r:embed="rId10"/>
          <a:stretch>
            <a:fillRect/>
          </a:stretch>
        </p:blipFill>
        <p:spPr>
          <a:xfrm>
            <a:off x="2909382" y="1085911"/>
            <a:ext cx="743752" cy="9182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rect 3"/>
          <p:cNvSpPr/>
          <p:nvPr/>
        </p:nvSpPr>
        <p:spPr>
          <a:xfrm>
            <a:off x="8005619" y="1122351"/>
            <a:ext cx="3789756" cy="3031804"/>
          </a:xfrm>
          <a:prstGeom prst="roundRect">
            <a:avLst>
              <a:gd name="adj" fmla="val 3846"/>
            </a:avLst>
          </a:prstGeom>
          <a:solidFill>
            <a:srgbClr val="FFFDFD"/>
          </a:solidFill>
          <a:ln w="15240">
            <a:solidFill>
              <a:srgbClr val="F3B3B0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302212" y="3636708"/>
            <a:ext cx="7521207" cy="166166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F3B3B0"/>
            </a:solidFill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8260699" y="5240066"/>
            <a:ext cx="3534676" cy="1377430"/>
          </a:xfrm>
          <a:prstGeom prst="roundRect">
            <a:avLst>
              <a:gd name="adj" fmla="val 8466"/>
            </a:avLst>
          </a:prstGeom>
          <a:solidFill>
            <a:srgbClr val="FFFFFF"/>
          </a:solidFill>
          <a:ln w="15240">
            <a:solidFill>
              <a:srgbClr val="F3B3B0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3405" y="838119"/>
            <a:ext cx="11937730" cy="0"/>
          </a:xfrm>
          <a:prstGeom prst="line">
            <a:avLst/>
          </a:prstGeom>
          <a:noFill/>
          <a:ln w="20320">
            <a:solidFill>
              <a:srgbClr val="D81712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282563" y="1858438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282563" y="2324869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8282563" y="2791301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8282563" y="3257732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8282563" y="3724164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lipse 12"/>
          <p:cNvSpPr/>
          <p:nvPr/>
        </p:nvSpPr>
        <p:spPr>
          <a:xfrm>
            <a:off x="892540" y="1778270"/>
            <a:ext cx="983879" cy="801679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lipse 13"/>
          <p:cNvSpPr/>
          <p:nvPr/>
        </p:nvSpPr>
        <p:spPr>
          <a:xfrm>
            <a:off x="2262682" y="1778270"/>
            <a:ext cx="983879" cy="801679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lipse 14"/>
          <p:cNvSpPr/>
          <p:nvPr/>
        </p:nvSpPr>
        <p:spPr>
          <a:xfrm>
            <a:off x="3632824" y="1778270"/>
            <a:ext cx="983879" cy="801679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lipse 15"/>
          <p:cNvSpPr/>
          <p:nvPr/>
        </p:nvSpPr>
        <p:spPr>
          <a:xfrm>
            <a:off x="5002967" y="1778270"/>
            <a:ext cx="983879" cy="801679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lipse 16"/>
          <p:cNvSpPr/>
          <p:nvPr/>
        </p:nvSpPr>
        <p:spPr>
          <a:xfrm>
            <a:off x="6373109" y="1778270"/>
            <a:ext cx="983879" cy="801679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lipse 17"/>
          <p:cNvSpPr/>
          <p:nvPr/>
        </p:nvSpPr>
        <p:spPr>
          <a:xfrm>
            <a:off x="678180" y="4241165"/>
            <a:ext cx="913765" cy="605155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lipse 18"/>
          <p:cNvSpPr/>
          <p:nvPr/>
        </p:nvSpPr>
        <p:spPr>
          <a:xfrm>
            <a:off x="2459355" y="4241165"/>
            <a:ext cx="746125" cy="611505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lipse 19"/>
          <p:cNvSpPr/>
          <p:nvPr/>
        </p:nvSpPr>
        <p:spPr>
          <a:xfrm>
            <a:off x="4303320" y="4212459"/>
            <a:ext cx="1056759" cy="699647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lipse 20"/>
          <p:cNvSpPr/>
          <p:nvPr/>
        </p:nvSpPr>
        <p:spPr>
          <a:xfrm>
            <a:off x="6154470" y="4212459"/>
            <a:ext cx="1056759" cy="699647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1082027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2787417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4507383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6241925" y="5604465"/>
            <a:ext cx="1566918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324076" y="2332157"/>
            <a:ext cx="0" cy="874559"/>
          </a:xfrm>
          <a:prstGeom prst="line">
            <a:avLst/>
          </a:prstGeom>
          <a:noFill/>
          <a:ln w="31750">
            <a:solidFill>
              <a:srgbClr val="F2A6A4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324076" y="3206716"/>
            <a:ext cx="6967320" cy="0"/>
          </a:xfrm>
          <a:prstGeom prst="line">
            <a:avLst/>
          </a:prstGeom>
          <a:noFill/>
          <a:ln w="31750">
            <a:solidFill>
              <a:srgbClr val="F2A6A4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7291396" y="2332157"/>
            <a:ext cx="0" cy="874559"/>
          </a:xfrm>
          <a:prstGeom prst="line">
            <a:avLst/>
          </a:prstGeom>
          <a:noFill/>
          <a:ln w="31750">
            <a:solidFill>
              <a:srgbClr val="F2A6A4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1373547" y="6610208"/>
            <a:ext cx="6282249" cy="0"/>
          </a:xfrm>
          <a:prstGeom prst="line">
            <a:avLst/>
          </a:prstGeom>
          <a:noFill/>
          <a:ln w="31750">
            <a:solidFill>
              <a:srgbClr val="F2A6A4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 flipV="1">
            <a:off x="7655796" y="6267673"/>
            <a:ext cx="364400" cy="342536"/>
          </a:xfrm>
          <a:prstGeom prst="line">
            <a:avLst/>
          </a:prstGeom>
          <a:noFill/>
          <a:ln w="31750">
            <a:solidFill>
              <a:srgbClr val="F2A6A4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 flipH="1" flipV="1">
            <a:off x="7655796" y="5939713"/>
            <a:ext cx="364400" cy="327960"/>
          </a:xfrm>
          <a:prstGeom prst="line">
            <a:avLst/>
          </a:prstGeom>
          <a:noFill/>
          <a:ln w="31750">
            <a:solidFill>
              <a:srgbClr val="F2A6A4"/>
            </a:solidFill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3100801" y="1042183"/>
            <a:ext cx="2033350" cy="313384"/>
          </a:xfrm>
          <a:prstGeom prst="roundRect">
            <a:avLst>
              <a:gd name="adj" fmla="val 4651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oundrect 33"/>
          <p:cNvSpPr/>
          <p:nvPr/>
        </p:nvSpPr>
        <p:spPr>
          <a:xfrm>
            <a:off x="8807298" y="1064047"/>
            <a:ext cx="2222837" cy="313384"/>
          </a:xfrm>
          <a:prstGeom prst="roundRect">
            <a:avLst>
              <a:gd name="adj" fmla="val 4651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oundrect 34"/>
          <p:cNvSpPr/>
          <p:nvPr/>
        </p:nvSpPr>
        <p:spPr>
          <a:xfrm>
            <a:off x="2853009" y="3549252"/>
            <a:ext cx="2324869" cy="320672"/>
          </a:xfrm>
          <a:prstGeom prst="roundRect">
            <a:avLst>
              <a:gd name="adj" fmla="val 50000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oundrect 35"/>
          <p:cNvSpPr/>
          <p:nvPr/>
        </p:nvSpPr>
        <p:spPr>
          <a:xfrm>
            <a:off x="287636" y="5487858"/>
            <a:ext cx="634055" cy="830831"/>
          </a:xfrm>
          <a:prstGeom prst="roundRect">
            <a:avLst>
              <a:gd name="adj" fmla="val 1609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6" name="asset-sheet separated laptop person pictogram"/>
          <p:cNvPicPr/>
          <p:nvPr/>
        </p:nvPicPr>
        <p:blipFill>
          <a:blip r:embed="rId1"/>
          <a:stretch>
            <a:fillRect/>
          </a:stretch>
        </p:blipFill>
        <p:spPr>
          <a:xfrm>
            <a:off x="1133043" y="1967758"/>
            <a:ext cx="524735" cy="422704"/>
          </a:xfrm>
          <a:prstGeom prst="rect">
            <a:avLst/>
          </a:prstGeom>
        </p:spPr>
      </p:pic>
      <p:pic>
        <p:nvPicPr>
          <p:cNvPr id="37" name="asset-sheet separated magnifier picto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2510474" y="1967758"/>
            <a:ext cx="524735" cy="422704"/>
          </a:xfrm>
          <a:prstGeom prst="rect">
            <a:avLst/>
          </a:prstGeom>
        </p:spPr>
      </p:pic>
      <p:pic>
        <p:nvPicPr>
          <p:cNvPr id="38" name="asset-sheet separated checklist picto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3880616" y="1967758"/>
            <a:ext cx="524735" cy="422704"/>
          </a:xfrm>
          <a:prstGeom prst="rect">
            <a:avLst/>
          </a:prstGeom>
        </p:spPr>
      </p:pic>
      <p:pic>
        <p:nvPicPr>
          <p:cNvPr id="39" name="asset-sheet separated book pictogram"/>
          <p:cNvPicPr/>
          <p:nvPr/>
        </p:nvPicPr>
        <p:blipFill>
          <a:blip r:embed="rId4"/>
          <a:stretch>
            <a:fillRect/>
          </a:stretch>
        </p:blipFill>
        <p:spPr>
          <a:xfrm>
            <a:off x="5250759" y="1967758"/>
            <a:ext cx="524735" cy="422704"/>
          </a:xfrm>
          <a:prstGeom prst="rect">
            <a:avLst/>
          </a:prstGeom>
        </p:spPr>
      </p:pic>
      <p:pic>
        <p:nvPicPr>
          <p:cNvPr id="40" name="asset-sheet separated check pictogram"/>
          <p:cNvPicPr/>
          <p:nvPr/>
        </p:nvPicPr>
        <p:blipFill>
          <a:blip r:embed="rId5"/>
          <a:stretch>
            <a:fillRect/>
          </a:stretch>
        </p:blipFill>
        <p:spPr>
          <a:xfrm>
            <a:off x="6613613" y="1967758"/>
            <a:ext cx="524735" cy="422704"/>
          </a:xfrm>
          <a:prstGeom prst="rect">
            <a:avLst/>
          </a:prstGeom>
        </p:spPr>
      </p:pic>
      <p:pic>
        <p:nvPicPr>
          <p:cNvPr id="41" name="asset-sheet separated database pictogram"/>
          <p:cNvPicPr/>
          <p:nvPr/>
        </p:nvPicPr>
        <p:blipFill>
          <a:blip r:embed="rId6"/>
          <a:stretch>
            <a:fillRect/>
          </a:stretch>
        </p:blipFill>
        <p:spPr>
          <a:xfrm>
            <a:off x="8384595" y="1916742"/>
            <a:ext cx="327960" cy="291520"/>
          </a:xfrm>
          <a:prstGeom prst="rect">
            <a:avLst/>
          </a:prstGeom>
        </p:spPr>
      </p:pic>
      <p:pic>
        <p:nvPicPr>
          <p:cNvPr id="42" name="asset-sheet separated target pictogram"/>
          <p:cNvPicPr/>
          <p:nvPr/>
        </p:nvPicPr>
        <p:blipFill>
          <a:blip r:embed="rId7"/>
          <a:stretch>
            <a:fillRect/>
          </a:stretch>
        </p:blipFill>
        <p:spPr>
          <a:xfrm>
            <a:off x="8384595" y="2383173"/>
            <a:ext cx="327960" cy="291520"/>
          </a:xfrm>
          <a:prstGeom prst="rect">
            <a:avLst/>
          </a:prstGeom>
        </p:spPr>
      </p:pic>
      <p:pic>
        <p:nvPicPr>
          <p:cNvPr id="43" name="asset-sheet separated org chart pictogram"/>
          <p:cNvPicPr/>
          <p:nvPr/>
        </p:nvPicPr>
        <p:blipFill>
          <a:blip r:embed="rId8"/>
          <a:stretch>
            <a:fillRect/>
          </a:stretch>
        </p:blipFill>
        <p:spPr>
          <a:xfrm>
            <a:off x="8384595" y="2849605"/>
            <a:ext cx="327960" cy="291520"/>
          </a:xfrm>
          <a:prstGeom prst="rect">
            <a:avLst/>
          </a:prstGeom>
        </p:spPr>
      </p:pic>
      <p:pic>
        <p:nvPicPr>
          <p:cNvPr id="44" name="asset-sheet separated SQL monitor pictogram"/>
          <p:cNvPicPr/>
          <p:nvPr/>
        </p:nvPicPr>
        <p:blipFill>
          <a:blip r:embed="rId9"/>
          <a:stretch>
            <a:fillRect/>
          </a:stretch>
        </p:blipFill>
        <p:spPr>
          <a:xfrm>
            <a:off x="8384595" y="3316036"/>
            <a:ext cx="327960" cy="291520"/>
          </a:xfrm>
          <a:prstGeom prst="rect">
            <a:avLst/>
          </a:prstGeom>
        </p:spPr>
      </p:pic>
      <p:pic>
        <p:nvPicPr>
          <p:cNvPr id="45" name="asset-sheet separated document pictogram"/>
          <p:cNvPicPr/>
          <p:nvPr/>
        </p:nvPicPr>
        <p:blipFill>
          <a:blip r:embed="rId10"/>
          <a:stretch>
            <a:fillRect/>
          </a:stretch>
        </p:blipFill>
        <p:spPr>
          <a:xfrm>
            <a:off x="8384595" y="3782468"/>
            <a:ext cx="327960" cy="291520"/>
          </a:xfrm>
          <a:prstGeom prst="rect">
            <a:avLst/>
          </a:prstGeom>
        </p:spPr>
      </p:pic>
      <p:pic>
        <p:nvPicPr>
          <p:cNvPr id="46" name="asset-sheet separated people pictogram"/>
          <p:cNvPicPr/>
          <p:nvPr/>
        </p:nvPicPr>
        <p:blipFill>
          <a:blip r:embed="rId11"/>
          <a:stretch>
            <a:fillRect/>
          </a:stretch>
        </p:blipFill>
        <p:spPr>
          <a:xfrm>
            <a:off x="855667" y="4329067"/>
            <a:ext cx="415416" cy="364400"/>
          </a:xfrm>
          <a:prstGeom prst="rect">
            <a:avLst/>
          </a:prstGeom>
        </p:spPr>
      </p:pic>
      <p:pic>
        <p:nvPicPr>
          <p:cNvPr id="47" name="asset-sheet separated gear pictogram"/>
          <p:cNvPicPr/>
          <p:nvPr/>
        </p:nvPicPr>
        <p:blipFill>
          <a:blip r:embed="rId12"/>
          <a:stretch>
            <a:fillRect/>
          </a:stretch>
        </p:blipFill>
        <p:spPr>
          <a:xfrm>
            <a:off x="2605218" y="4329067"/>
            <a:ext cx="415416" cy="364400"/>
          </a:xfrm>
          <a:prstGeom prst="rect">
            <a:avLst/>
          </a:prstGeom>
        </p:spPr>
      </p:pic>
      <p:pic>
        <p:nvPicPr>
          <p:cNvPr id="48" name="asset-sheet separated people pictogram"/>
          <p:cNvPicPr/>
          <p:nvPr/>
        </p:nvPicPr>
        <p:blipFill>
          <a:blip r:embed="rId13"/>
          <a:stretch>
            <a:fillRect/>
          </a:stretch>
        </p:blipFill>
        <p:spPr>
          <a:xfrm>
            <a:off x="4478231" y="4329067"/>
            <a:ext cx="415416" cy="364400"/>
          </a:xfrm>
          <a:prstGeom prst="rect">
            <a:avLst/>
          </a:prstGeom>
        </p:spPr>
      </p:pic>
      <p:pic>
        <p:nvPicPr>
          <p:cNvPr id="49" name="asset-sheet separated rising chart pictogram"/>
          <p:cNvPicPr/>
          <p:nvPr/>
        </p:nvPicPr>
        <p:blipFill>
          <a:blip r:embed="rId14"/>
          <a:stretch>
            <a:fillRect/>
          </a:stretch>
        </p:blipFill>
        <p:spPr>
          <a:xfrm>
            <a:off x="6358533" y="4329067"/>
            <a:ext cx="415416" cy="364400"/>
          </a:xfrm>
          <a:prstGeom prst="rect">
            <a:avLst/>
          </a:prstGeom>
        </p:spPr>
      </p:pic>
      <p:pic>
        <p:nvPicPr>
          <p:cNvPr id="50" name="asset-sheet separated check pictogram"/>
          <p:cNvPicPr/>
          <p:nvPr/>
        </p:nvPicPr>
        <p:blipFill>
          <a:blip r:embed="rId15"/>
          <a:stretch>
            <a:fillRect/>
          </a:stretch>
        </p:blipFill>
        <p:spPr>
          <a:xfrm>
            <a:off x="1264227" y="5772089"/>
            <a:ext cx="327960" cy="291520"/>
          </a:xfrm>
          <a:prstGeom prst="rect">
            <a:avLst/>
          </a:prstGeom>
        </p:spPr>
      </p:pic>
      <p:pic>
        <p:nvPicPr>
          <p:cNvPr id="51" name="asset-sheet separated magnifier pictogram"/>
          <p:cNvPicPr/>
          <p:nvPr/>
        </p:nvPicPr>
        <p:blipFill>
          <a:blip r:embed="rId16"/>
          <a:stretch>
            <a:fillRect/>
          </a:stretch>
        </p:blipFill>
        <p:spPr>
          <a:xfrm>
            <a:off x="2998769" y="5772089"/>
            <a:ext cx="327960" cy="291520"/>
          </a:xfrm>
          <a:prstGeom prst="rect">
            <a:avLst/>
          </a:prstGeom>
        </p:spPr>
      </p:pic>
      <p:pic>
        <p:nvPicPr>
          <p:cNvPr id="52" name="asset-sheet separated book pictogram"/>
          <p:cNvPicPr/>
          <p:nvPr/>
        </p:nvPicPr>
        <p:blipFill>
          <a:blip r:embed="rId17"/>
          <a:stretch>
            <a:fillRect/>
          </a:stretch>
        </p:blipFill>
        <p:spPr>
          <a:xfrm>
            <a:off x="4726023" y="5772089"/>
            <a:ext cx="327960" cy="291520"/>
          </a:xfrm>
          <a:prstGeom prst="rect">
            <a:avLst/>
          </a:prstGeom>
        </p:spPr>
      </p:pic>
      <p:pic>
        <p:nvPicPr>
          <p:cNvPr id="53" name="asset-sheet separated check pictogram"/>
          <p:cNvPicPr/>
          <p:nvPr/>
        </p:nvPicPr>
        <p:blipFill>
          <a:blip r:embed="rId15"/>
          <a:stretch>
            <a:fillRect/>
          </a:stretch>
        </p:blipFill>
        <p:spPr>
          <a:xfrm>
            <a:off x="6460565" y="5772089"/>
            <a:ext cx="327960" cy="291520"/>
          </a:xfrm>
          <a:prstGeom prst="rect">
            <a:avLst/>
          </a:prstGeom>
        </p:spPr>
      </p:pic>
      <p:pic>
        <p:nvPicPr>
          <p:cNvPr id="54" name="asset-sheet separated trophy pictogram"/>
          <p:cNvPicPr/>
          <p:nvPr/>
        </p:nvPicPr>
        <p:blipFill>
          <a:blip r:embed="rId18"/>
          <a:stretch>
            <a:fillRect/>
          </a:stretch>
        </p:blipFill>
        <p:spPr>
          <a:xfrm>
            <a:off x="8530355" y="5575313"/>
            <a:ext cx="546599" cy="510159"/>
          </a:xfrm>
          <a:prstGeom prst="rect">
            <a:avLst/>
          </a:prstGeom>
        </p:spPr>
      </p:pic>
      <p:sp>
        <p:nvSpPr>
          <p:cNvPr id="55" name="TextBox 55"/>
          <p:cNvSpPr txBox="1"/>
          <p:nvPr/>
        </p:nvSpPr>
        <p:spPr>
          <a:xfrm>
            <a:off x="207468" y="291520"/>
            <a:ext cx="1967758" cy="40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5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五、迭代推广</a:t>
            </a:r>
            <a:endParaRPr lang="zh-CN" sz="2590"/>
          </a:p>
        </p:txBody>
      </p:sp>
      <p:sp>
        <p:nvSpPr>
          <p:cNvPr id="56" name="TextBox 56"/>
          <p:cNvSpPr txBox="1"/>
          <p:nvPr/>
        </p:nvSpPr>
        <p:spPr>
          <a:xfrm>
            <a:off x="2459458" y="262368"/>
            <a:ext cx="4882954" cy="437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54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边用边更新，推动AI取数能力</a:t>
            </a:r>
            <a:endParaRPr lang="zh-CN" sz="2540"/>
          </a:p>
        </p:txBody>
      </p:sp>
      <p:sp>
        <p:nvSpPr>
          <p:cNvPr id="57" name="TextBox 57"/>
          <p:cNvSpPr txBox="1"/>
          <p:nvPr/>
        </p:nvSpPr>
        <p:spPr>
          <a:xfrm>
            <a:off x="7342412" y="262368"/>
            <a:ext cx="1749118" cy="437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540" b="1">
                <a:solidFill>
                  <a:srgbClr val="D8171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持续提升</a:t>
            </a:r>
            <a:endParaRPr lang="zh-CN" sz="2540"/>
          </a:p>
        </p:txBody>
      </p:sp>
      <p:sp>
        <p:nvSpPr>
          <p:cNvPr id="58" name="TextBox 58"/>
          <p:cNvSpPr txBox="1"/>
          <p:nvPr/>
        </p:nvSpPr>
        <p:spPr>
          <a:xfrm>
            <a:off x="3326729" y="1071335"/>
            <a:ext cx="160335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8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建立持续迭代机制</a:t>
            </a:r>
            <a:endParaRPr lang="zh-CN" sz="1580"/>
          </a:p>
        </p:txBody>
      </p:sp>
      <p:sp>
        <p:nvSpPr>
          <p:cNvPr id="59" name="TextBox 59"/>
          <p:cNvSpPr txBox="1"/>
          <p:nvPr/>
        </p:nvSpPr>
        <p:spPr>
          <a:xfrm>
            <a:off x="2320986" y="1413870"/>
            <a:ext cx="4081275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4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根据首批试用人员的真实使用情况，形成持续迭代闭环</a:t>
            </a:r>
            <a:endParaRPr lang="zh-CN" sz="1340"/>
          </a:p>
        </p:txBody>
      </p:sp>
      <p:sp>
        <p:nvSpPr>
          <p:cNvPr id="60" name="TextBox 60"/>
          <p:cNvSpPr txBox="1"/>
          <p:nvPr/>
        </p:nvSpPr>
        <p:spPr>
          <a:xfrm>
            <a:off x="1082027" y="2521645"/>
            <a:ext cx="6194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实际使用</a:t>
            </a:r>
            <a:endParaRPr lang="zh-CN" sz="1060"/>
          </a:p>
        </p:txBody>
      </p:sp>
      <p:sp>
        <p:nvSpPr>
          <p:cNvPr id="61" name="TextBox 61"/>
          <p:cNvSpPr txBox="1"/>
          <p:nvPr/>
        </p:nvSpPr>
        <p:spPr>
          <a:xfrm>
            <a:off x="972708" y="2769437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51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试用AI处理</a:t>
            </a:r>
            <a:endParaRPr lang="zh-CN" sz="510"/>
          </a:p>
          <a:p>
            <a:pPr algn="l"/>
            <a:r>
              <a:rPr lang="zh-CN" sz="51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真实需求</a:t>
            </a:r>
            <a:endParaRPr lang="zh-CN" sz="510"/>
          </a:p>
        </p:txBody>
      </p:sp>
      <p:sp>
        <p:nvSpPr>
          <p:cNvPr id="62" name="TextBox 62"/>
          <p:cNvSpPr txBox="1"/>
          <p:nvPr/>
        </p:nvSpPr>
        <p:spPr>
          <a:xfrm>
            <a:off x="2393866" y="2521645"/>
            <a:ext cx="7287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发现问题</a:t>
            </a:r>
            <a:endParaRPr lang="zh-CN" sz="1060"/>
          </a:p>
        </p:txBody>
      </p:sp>
      <p:sp>
        <p:nvSpPr>
          <p:cNvPr id="63" name="TextBox 63"/>
          <p:cNvSpPr txBox="1"/>
          <p:nvPr/>
        </p:nvSpPr>
        <p:spPr>
          <a:xfrm>
            <a:off x="2175226" y="2769437"/>
            <a:ext cx="116607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93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记录未解决或</a:t>
            </a:r>
            <a:endParaRPr lang="zh-CN" sz="930"/>
          </a:p>
          <a:p>
            <a:pPr algn="l"/>
            <a:r>
              <a:rPr lang="zh-CN" sz="93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处理不佳的需求</a:t>
            </a:r>
            <a:endParaRPr lang="zh-CN" sz="930"/>
          </a:p>
        </p:txBody>
      </p:sp>
      <p:sp>
        <p:nvSpPr>
          <p:cNvPr id="64" name="TextBox 64"/>
          <p:cNvSpPr txBox="1"/>
          <p:nvPr/>
        </p:nvSpPr>
        <p:spPr>
          <a:xfrm>
            <a:off x="3764008" y="2521645"/>
            <a:ext cx="8016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分析原因</a:t>
            </a:r>
            <a:endParaRPr lang="zh-CN" sz="1060"/>
          </a:p>
        </p:txBody>
      </p:sp>
      <p:sp>
        <p:nvSpPr>
          <p:cNvPr id="65" name="TextBox 65"/>
          <p:cNvSpPr txBox="1"/>
          <p:nvPr/>
        </p:nvSpPr>
        <p:spPr>
          <a:xfrm>
            <a:off x="3589097" y="2769437"/>
            <a:ext cx="109319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93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定位知识、规则</a:t>
            </a:r>
            <a:endParaRPr lang="zh-CN" sz="930"/>
          </a:p>
          <a:p>
            <a:pPr algn="l"/>
            <a:r>
              <a:rPr lang="zh-CN" sz="93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或流程缺口</a:t>
            </a:r>
            <a:endParaRPr lang="zh-CN" sz="930"/>
          </a:p>
        </p:txBody>
      </p:sp>
      <p:sp>
        <p:nvSpPr>
          <p:cNvPr id="66" name="TextBox 66"/>
          <p:cNvSpPr txBox="1"/>
          <p:nvPr/>
        </p:nvSpPr>
        <p:spPr>
          <a:xfrm>
            <a:off x="5032119" y="2521645"/>
            <a:ext cx="10931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补充知识和规则</a:t>
            </a:r>
            <a:endParaRPr lang="zh-CN" sz="1060"/>
          </a:p>
        </p:txBody>
      </p:sp>
      <p:sp>
        <p:nvSpPr>
          <p:cNvPr id="67" name="TextBox 67"/>
          <p:cNvSpPr txBox="1"/>
          <p:nvPr/>
        </p:nvSpPr>
        <p:spPr>
          <a:xfrm>
            <a:off x="4915511" y="2769437"/>
            <a:ext cx="116607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5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完善数据资产、口径、</a:t>
            </a:r>
            <a:endParaRPr lang="zh-CN" sz="850"/>
          </a:p>
          <a:p>
            <a:pPr algn="l"/>
            <a:r>
              <a:rPr lang="zh-CN" sz="85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规则和案例</a:t>
            </a:r>
            <a:endParaRPr lang="zh-CN" sz="850"/>
          </a:p>
        </p:txBody>
      </p:sp>
      <p:sp>
        <p:nvSpPr>
          <p:cNvPr id="68" name="TextBox 68"/>
          <p:cNvSpPr txBox="1"/>
          <p:nvPr/>
        </p:nvSpPr>
        <p:spPr>
          <a:xfrm>
            <a:off x="6445989" y="2521645"/>
            <a:ext cx="8016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再次验证</a:t>
            </a:r>
            <a:endParaRPr lang="zh-CN" sz="1060"/>
          </a:p>
        </p:txBody>
      </p:sp>
      <p:sp>
        <p:nvSpPr>
          <p:cNvPr id="69" name="TextBox 69"/>
          <p:cNvSpPr txBox="1"/>
          <p:nvPr/>
        </p:nvSpPr>
        <p:spPr>
          <a:xfrm>
            <a:off x="6300229" y="2769437"/>
            <a:ext cx="109319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93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验证效果，沉淀</a:t>
            </a:r>
            <a:endParaRPr lang="zh-CN" sz="930"/>
          </a:p>
          <a:p>
            <a:pPr algn="l"/>
            <a:r>
              <a:rPr lang="zh-CN" sz="93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经验并复用</a:t>
            </a:r>
            <a:endParaRPr lang="zh-CN" sz="930"/>
          </a:p>
        </p:txBody>
      </p:sp>
      <p:sp>
        <p:nvSpPr>
          <p:cNvPr id="70" name="TextBox 70"/>
          <p:cNvSpPr txBox="1"/>
          <p:nvPr/>
        </p:nvSpPr>
        <p:spPr>
          <a:xfrm>
            <a:off x="9062378" y="1093199"/>
            <a:ext cx="174911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持续完善能力底座</a:t>
            </a:r>
            <a:endParaRPr lang="zh-CN" sz="1650"/>
          </a:p>
        </p:txBody>
      </p:sp>
      <p:sp>
        <p:nvSpPr>
          <p:cNvPr id="71" name="TextBox 71"/>
          <p:cNvSpPr txBox="1"/>
          <p:nvPr/>
        </p:nvSpPr>
        <p:spPr>
          <a:xfrm>
            <a:off x="8399171" y="1537766"/>
            <a:ext cx="2842317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5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针对AI暂未解决的需求，重点补充和优化：</a:t>
            </a:r>
            <a:endParaRPr lang="zh-CN" sz="1050"/>
          </a:p>
        </p:txBody>
      </p:sp>
      <p:sp>
        <p:nvSpPr>
          <p:cNvPr id="72" name="TextBox 72"/>
          <p:cNvSpPr txBox="1"/>
          <p:nvPr/>
        </p:nvSpPr>
        <p:spPr>
          <a:xfrm>
            <a:off x="8836450" y="1945894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缺失的数据表及字段知识</a:t>
            </a:r>
            <a:endParaRPr lang="zh-CN" sz="1270"/>
          </a:p>
        </p:txBody>
      </p:sp>
      <p:sp>
        <p:nvSpPr>
          <p:cNvPr id="73" name="TextBox 73"/>
          <p:cNvSpPr txBox="1"/>
          <p:nvPr/>
        </p:nvSpPr>
        <p:spPr>
          <a:xfrm>
            <a:off x="8836450" y="2412325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不清晰的指标口径</a:t>
            </a:r>
            <a:endParaRPr lang="zh-CN" sz="1270"/>
          </a:p>
        </p:txBody>
      </p:sp>
      <p:sp>
        <p:nvSpPr>
          <p:cNvPr id="74" name="TextBox 74"/>
          <p:cNvSpPr txBox="1"/>
          <p:nvPr/>
        </p:nvSpPr>
        <p:spPr>
          <a:xfrm>
            <a:off x="8836450" y="2878757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主表选择和字段补充规则</a:t>
            </a:r>
            <a:endParaRPr lang="zh-CN" sz="1270"/>
          </a:p>
        </p:txBody>
      </p:sp>
      <p:sp>
        <p:nvSpPr>
          <p:cNvPr id="75" name="TextBox 75"/>
          <p:cNvSpPr txBox="1"/>
          <p:nvPr/>
        </p:nvSpPr>
        <p:spPr>
          <a:xfrm>
            <a:off x="8836450" y="3345188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SQL生成及自检规则</a:t>
            </a:r>
            <a:endParaRPr lang="zh-CN" sz="1270"/>
          </a:p>
        </p:txBody>
      </p:sp>
      <p:sp>
        <p:nvSpPr>
          <p:cNvPr id="76" name="TextBox 76"/>
          <p:cNvSpPr txBox="1"/>
          <p:nvPr/>
        </p:nvSpPr>
        <p:spPr>
          <a:xfrm>
            <a:off x="8836450" y="3811620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典型需求案例</a:t>
            </a:r>
            <a:endParaRPr lang="zh-CN" sz="1270"/>
          </a:p>
        </p:txBody>
      </p:sp>
      <p:sp>
        <p:nvSpPr>
          <p:cNvPr id="77" name="TextBox 77"/>
          <p:cNvSpPr txBox="1"/>
          <p:nvPr/>
        </p:nvSpPr>
        <p:spPr>
          <a:xfrm>
            <a:off x="2969617" y="3592980"/>
            <a:ext cx="211351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逐步扩大应用范围</a:t>
            </a:r>
            <a:endParaRPr lang="zh-CN" sz="1650"/>
          </a:p>
        </p:txBody>
      </p:sp>
      <p:sp>
        <p:nvSpPr>
          <p:cNvPr id="78" name="TextBox 78"/>
          <p:cNvSpPr txBox="1"/>
          <p:nvPr/>
        </p:nvSpPr>
        <p:spPr>
          <a:xfrm>
            <a:off x="710340" y="3942803"/>
            <a:ext cx="6559192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98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在首批4人试用基础上，根据实际使用效果逐步扩大试用范围，推动AI辅助取数从小范围验证走向团队应用。</a:t>
            </a:r>
            <a:endParaRPr lang="zh-CN" sz="980"/>
          </a:p>
        </p:txBody>
      </p:sp>
      <p:sp>
        <p:nvSpPr>
          <p:cNvPr id="79" name="TextBox 79"/>
          <p:cNvSpPr txBox="1"/>
          <p:nvPr/>
        </p:nvSpPr>
        <p:spPr>
          <a:xfrm>
            <a:off x="732204" y="4846514"/>
            <a:ext cx="65591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4人试用</a:t>
            </a:r>
            <a:endParaRPr lang="zh-CN" sz="1060"/>
          </a:p>
        </p:txBody>
      </p:sp>
      <p:sp>
        <p:nvSpPr>
          <p:cNvPr id="80" name="TextBox 80"/>
          <p:cNvSpPr txBox="1"/>
          <p:nvPr/>
        </p:nvSpPr>
        <p:spPr>
          <a:xfrm>
            <a:off x="637460" y="5079730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首批试用验证</a:t>
            </a:r>
            <a:endParaRPr lang="zh-CN" sz="1020"/>
          </a:p>
        </p:txBody>
      </p:sp>
      <p:sp>
        <p:nvSpPr>
          <p:cNvPr id="81" name="TextBox 81"/>
          <p:cNvSpPr txBox="1"/>
          <p:nvPr/>
        </p:nvSpPr>
        <p:spPr>
          <a:xfrm>
            <a:off x="2481322" y="4846514"/>
            <a:ext cx="87455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持续优化</a:t>
            </a:r>
            <a:endParaRPr lang="zh-CN" sz="1060"/>
          </a:p>
        </p:txBody>
      </p:sp>
      <p:sp>
        <p:nvSpPr>
          <p:cNvPr id="82" name="TextBox 82"/>
          <p:cNvSpPr txBox="1"/>
          <p:nvPr/>
        </p:nvSpPr>
        <p:spPr>
          <a:xfrm>
            <a:off x="2335562" y="5079730"/>
            <a:ext cx="116607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迭代更新能力底座</a:t>
            </a:r>
            <a:endParaRPr lang="zh-CN" sz="1020"/>
          </a:p>
        </p:txBody>
      </p:sp>
      <p:sp>
        <p:nvSpPr>
          <p:cNvPr id="83" name="TextBox 83"/>
          <p:cNvSpPr txBox="1"/>
          <p:nvPr/>
        </p:nvSpPr>
        <p:spPr>
          <a:xfrm>
            <a:off x="4376200" y="4846514"/>
            <a:ext cx="10931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扩大试用范围</a:t>
            </a:r>
            <a:endParaRPr lang="zh-CN" sz="1060"/>
          </a:p>
        </p:txBody>
      </p:sp>
      <p:sp>
        <p:nvSpPr>
          <p:cNvPr id="84" name="TextBox 84"/>
          <p:cNvSpPr txBox="1"/>
          <p:nvPr/>
        </p:nvSpPr>
        <p:spPr>
          <a:xfrm>
            <a:off x="4303320" y="5079730"/>
            <a:ext cx="116607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更多人员参与验证</a:t>
            </a:r>
            <a:endParaRPr lang="zh-CN" sz="1020"/>
          </a:p>
        </p:txBody>
      </p:sp>
      <p:sp>
        <p:nvSpPr>
          <p:cNvPr id="85" name="TextBox 85"/>
          <p:cNvSpPr txBox="1"/>
          <p:nvPr/>
        </p:nvSpPr>
        <p:spPr>
          <a:xfrm>
            <a:off x="6154470" y="4846514"/>
            <a:ext cx="11660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团队推广应用</a:t>
            </a:r>
            <a:endParaRPr lang="zh-CN" sz="1060"/>
          </a:p>
        </p:txBody>
      </p:sp>
      <p:sp>
        <p:nvSpPr>
          <p:cNvPr id="86" name="TextBox 86"/>
          <p:cNvSpPr txBox="1"/>
          <p:nvPr/>
        </p:nvSpPr>
        <p:spPr>
          <a:xfrm>
            <a:off x="6125318" y="5079730"/>
            <a:ext cx="1311838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能力复制，全面应用</a:t>
            </a:r>
            <a:endParaRPr lang="zh-CN" sz="1020"/>
          </a:p>
        </p:txBody>
      </p:sp>
      <p:sp>
        <p:nvSpPr>
          <p:cNvPr id="87" name="TextBox 87"/>
          <p:cNvSpPr txBox="1"/>
          <p:nvPr/>
        </p:nvSpPr>
        <p:spPr>
          <a:xfrm>
            <a:off x="345940" y="5648193"/>
            <a:ext cx="51015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迭代</a:t>
            </a:r>
            <a:endParaRPr lang="zh-CN" sz="1480"/>
          </a:p>
          <a:p>
            <a:pPr algn="l"/>
            <a:r>
              <a:rPr lang="zh-CN" sz="148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闭环</a:t>
            </a:r>
            <a:endParaRPr lang="zh-CN" sz="1480"/>
          </a:p>
        </p:txBody>
      </p:sp>
      <p:sp>
        <p:nvSpPr>
          <p:cNvPr id="88" name="TextBox 88"/>
          <p:cNvSpPr txBox="1"/>
          <p:nvPr/>
        </p:nvSpPr>
        <p:spPr>
          <a:xfrm>
            <a:off x="1606763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使用验证</a:t>
            </a:r>
            <a:endParaRPr lang="zh-CN" sz="1020"/>
          </a:p>
        </p:txBody>
      </p:sp>
      <p:sp>
        <p:nvSpPr>
          <p:cNvPr id="89" name="TextBox 89"/>
          <p:cNvSpPr txBox="1"/>
          <p:nvPr/>
        </p:nvSpPr>
        <p:spPr>
          <a:xfrm>
            <a:off x="1606763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真实需求验证效果</a:t>
            </a:r>
            <a:endParaRPr lang="zh-CN" sz="770"/>
          </a:p>
        </p:txBody>
      </p:sp>
      <p:sp>
        <p:nvSpPr>
          <p:cNvPr id="90" name="TextBox 90"/>
          <p:cNvSpPr txBox="1"/>
          <p:nvPr/>
        </p:nvSpPr>
        <p:spPr>
          <a:xfrm>
            <a:off x="3304865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问题发现</a:t>
            </a:r>
            <a:endParaRPr lang="zh-CN" sz="1020"/>
          </a:p>
        </p:txBody>
      </p:sp>
      <p:sp>
        <p:nvSpPr>
          <p:cNvPr id="91" name="TextBox 91"/>
          <p:cNvSpPr txBox="1"/>
          <p:nvPr/>
        </p:nvSpPr>
        <p:spPr>
          <a:xfrm>
            <a:off x="3304865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9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识别未解决问题</a:t>
            </a:r>
            <a:endParaRPr lang="zh-CN" sz="890"/>
          </a:p>
        </p:txBody>
      </p:sp>
      <p:sp>
        <p:nvSpPr>
          <p:cNvPr id="92" name="TextBox 92"/>
          <p:cNvSpPr txBox="1"/>
          <p:nvPr/>
        </p:nvSpPr>
        <p:spPr>
          <a:xfrm>
            <a:off x="5002967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能力更新</a:t>
            </a:r>
            <a:endParaRPr lang="zh-CN" sz="1020"/>
          </a:p>
        </p:txBody>
      </p:sp>
      <p:sp>
        <p:nvSpPr>
          <p:cNvPr id="93" name="TextBox 93"/>
          <p:cNvSpPr txBox="1"/>
          <p:nvPr/>
        </p:nvSpPr>
        <p:spPr>
          <a:xfrm>
            <a:off x="5002967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9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补充知识和规则</a:t>
            </a:r>
            <a:endParaRPr lang="zh-CN" sz="890"/>
          </a:p>
        </p:txBody>
      </p:sp>
      <p:sp>
        <p:nvSpPr>
          <p:cNvPr id="94" name="TextBox 94"/>
          <p:cNvSpPr txBox="1"/>
          <p:nvPr/>
        </p:nvSpPr>
        <p:spPr>
          <a:xfrm>
            <a:off x="6817677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再次验证</a:t>
            </a:r>
            <a:endParaRPr lang="zh-CN" sz="1020"/>
          </a:p>
        </p:txBody>
      </p:sp>
      <p:sp>
        <p:nvSpPr>
          <p:cNvPr id="95" name="TextBox 95"/>
          <p:cNvSpPr txBox="1"/>
          <p:nvPr/>
        </p:nvSpPr>
        <p:spPr>
          <a:xfrm>
            <a:off x="6817677" y="6049033"/>
            <a:ext cx="94743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5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验证效果并沉淀复用</a:t>
            </a:r>
            <a:endParaRPr lang="zh-CN" sz="750"/>
          </a:p>
        </p:txBody>
      </p:sp>
      <p:sp>
        <p:nvSpPr>
          <p:cNvPr id="96" name="TextBox 96"/>
          <p:cNvSpPr txBox="1"/>
          <p:nvPr/>
        </p:nvSpPr>
        <p:spPr>
          <a:xfrm>
            <a:off x="9171698" y="5524298"/>
            <a:ext cx="2113518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通过真实需求不断反哺能力建设，</a:t>
            </a:r>
            <a:endParaRPr lang="zh-CN" sz="1000"/>
          </a:p>
        </p:txBody>
      </p:sp>
      <p:sp>
        <p:nvSpPr>
          <p:cNvPr id="97" name="TextBox 97"/>
          <p:cNvSpPr txBox="1"/>
          <p:nvPr/>
        </p:nvSpPr>
        <p:spPr>
          <a:xfrm>
            <a:off x="9171698" y="5837681"/>
            <a:ext cx="2186397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10" b="1">
                <a:solidFill>
                  <a:srgbClr val="D8171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让AI在使用中持续学习、</a:t>
            </a:r>
            <a:endParaRPr lang="zh-CN" sz="1410"/>
          </a:p>
        </p:txBody>
      </p:sp>
      <p:sp>
        <p:nvSpPr>
          <p:cNvPr id="98" name="TextBox 98"/>
          <p:cNvSpPr txBox="1"/>
          <p:nvPr/>
        </p:nvSpPr>
        <p:spPr>
          <a:xfrm>
            <a:off x="9171698" y="6151065"/>
            <a:ext cx="2186397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>
                <a:solidFill>
                  <a:srgbClr val="D8171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持续完善、持续提升！</a:t>
            </a:r>
            <a:endParaRPr lang="zh-CN" sz="148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-189266" y="-196776"/>
            <a:ext cx="481251" cy="670495"/>
          </a:xfrm>
          <a:prstGeom prst="ellipse">
            <a:avLst/>
          </a:prstGeom>
          <a:solidFill>
            <a:srgbClr val="C9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318" y="429991"/>
            <a:ext cx="2880215" cy="0"/>
          </a:xfrm>
          <a:prstGeom prst="line">
            <a:avLst/>
          </a:prstGeom>
          <a:noFill/>
          <a:ln w="15240">
            <a:solidFill>
              <a:srgbClr val="C91418"/>
            </a:solidFill>
          </a:ln>
        </p:spPr>
        <p:txBody>
          <a:bodyPr/>
          <a:lstStyle/>
          <a:p/>
        </p:txBody>
      </p:sp>
      <p:sp>
        <p:nvSpPr>
          <p:cNvPr id="4" name="Ellipse 4"/>
          <p:cNvSpPr/>
          <p:nvPr/>
        </p:nvSpPr>
        <p:spPr>
          <a:xfrm>
            <a:off x="2822200" y="386264"/>
            <a:ext cx="87500" cy="87456"/>
          </a:xfrm>
          <a:prstGeom prst="ellipse">
            <a:avLst/>
          </a:prstGeom>
          <a:solidFill>
            <a:srgbClr val="C9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233652" y="1464886"/>
            <a:ext cx="2763548" cy="4460251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3143034" y="1464886"/>
            <a:ext cx="2880215" cy="4460251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6183666" y="1464886"/>
            <a:ext cx="2858340" cy="4460251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9187840" y="1464886"/>
            <a:ext cx="2712506" cy="4460251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233652" y="6165641"/>
            <a:ext cx="11695861" cy="473719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F04A4A"/>
            </a:solidFill>
          </a:ln>
        </p:spPr>
        <p:txBody>
          <a:bodyPr/>
          <a:lstStyle/>
          <a:p/>
        </p:txBody>
      </p:sp>
      <p:sp>
        <p:nvSpPr>
          <p:cNvPr id="10" name="Ellipse 10"/>
          <p:cNvSpPr/>
          <p:nvPr/>
        </p:nvSpPr>
        <p:spPr>
          <a:xfrm>
            <a:off x="634694" y="6165641"/>
            <a:ext cx="437501" cy="437279"/>
          </a:xfrm>
          <a:prstGeom prst="ellipse">
            <a:avLst/>
          </a:prstGeom>
          <a:solidFill>
            <a:srgbClr val="C9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707611" y="6376993"/>
            <a:ext cx="58333" cy="123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802403" y="6311401"/>
            <a:ext cx="58333" cy="18948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897195" y="6253097"/>
            <a:ext cx="58333" cy="24779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4" name="案例1真实案例截图"/>
          <p:cNvPicPr/>
          <p:nvPr/>
        </p:nvPicPr>
        <p:blipFill>
          <a:blip r:embed="rId1"/>
          <a:stretch>
            <a:fillRect/>
          </a:stretch>
        </p:blipFill>
        <p:spPr>
          <a:xfrm>
            <a:off x="291985" y="1902166"/>
            <a:ext cx="2676048" cy="3585692"/>
          </a:xfrm>
          <a:prstGeom prst="rect">
            <a:avLst/>
          </a:prstGeom>
        </p:spPr>
      </p:pic>
      <p:pic>
        <p:nvPicPr>
          <p:cNvPr id="15" name="案例2真实案例截图"/>
          <p:cNvPicPr/>
          <p:nvPr/>
        </p:nvPicPr>
        <p:blipFill>
          <a:blip r:embed="rId2"/>
          <a:stretch>
            <a:fillRect/>
          </a:stretch>
        </p:blipFill>
        <p:spPr>
          <a:xfrm>
            <a:off x="3201367" y="1902166"/>
            <a:ext cx="2763548" cy="3592980"/>
          </a:xfrm>
          <a:prstGeom prst="rect">
            <a:avLst/>
          </a:prstGeom>
        </p:spPr>
      </p:pic>
      <p:pic>
        <p:nvPicPr>
          <p:cNvPr id="16" name="案例3真实案例截图"/>
          <p:cNvPicPr/>
          <p:nvPr/>
        </p:nvPicPr>
        <p:blipFill>
          <a:blip r:embed="rId3"/>
          <a:stretch>
            <a:fillRect/>
          </a:stretch>
        </p:blipFill>
        <p:spPr>
          <a:xfrm>
            <a:off x="6241999" y="1902166"/>
            <a:ext cx="2741673" cy="3592980"/>
          </a:xfrm>
          <a:prstGeom prst="rect">
            <a:avLst/>
          </a:prstGeom>
        </p:spPr>
      </p:pic>
      <p:pic>
        <p:nvPicPr>
          <p:cNvPr id="17" name="结果验证真实案例截图"/>
          <p:cNvPicPr/>
          <p:nvPr/>
        </p:nvPicPr>
        <p:blipFill>
          <a:blip r:embed="rId4"/>
          <a:stretch>
            <a:fillRect/>
          </a:stretch>
        </p:blipFill>
        <p:spPr>
          <a:xfrm>
            <a:off x="9246173" y="1902166"/>
            <a:ext cx="2595839" cy="359298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474277" y="102032"/>
            <a:ext cx="2005213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00" b="1">
                <a:solidFill>
                  <a:srgbClr val="C9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六、实际案例展示</a:t>
            </a:r>
            <a:endParaRPr lang="zh-CN" sz="1400"/>
          </a:p>
        </p:txBody>
      </p:sp>
      <p:sp>
        <p:nvSpPr>
          <p:cNvPr id="19" name="TextBox 19"/>
          <p:cNvSpPr txBox="1"/>
          <p:nvPr/>
        </p:nvSpPr>
        <p:spPr>
          <a:xfrm>
            <a:off x="663861" y="568463"/>
            <a:ext cx="3995843" cy="4081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000" b="1">
                <a:solidFill>
                  <a:srgbClr val="C9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真实需求</a:t>
            </a:r>
            <a:r>
              <a:rPr lang="zh-CN" sz="300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案例展示</a:t>
            </a:r>
            <a:endParaRPr lang="zh-CN" sz="3000"/>
          </a:p>
        </p:txBody>
      </p:sp>
      <p:sp>
        <p:nvSpPr>
          <p:cNvPr id="20" name="TextBox 20"/>
          <p:cNvSpPr txBox="1"/>
          <p:nvPr/>
        </p:nvSpPr>
        <p:spPr>
          <a:xfrm>
            <a:off x="671153" y="1151503"/>
            <a:ext cx="5541680" cy="225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0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前三个为独立真实案例，第四个为脚本执行与结果验证。</a:t>
            </a:r>
            <a:endParaRPr lang="zh-CN" sz="1400"/>
          </a:p>
        </p:txBody>
      </p:sp>
      <p:sp>
        <p:nvSpPr>
          <p:cNvPr id="21" name="Ellipse 21"/>
          <p:cNvSpPr/>
          <p:nvPr/>
        </p:nvSpPr>
        <p:spPr>
          <a:xfrm>
            <a:off x="364902" y="1566918"/>
            <a:ext cx="247917" cy="247792"/>
          </a:xfrm>
          <a:prstGeom prst="ellipse">
            <a:avLst/>
          </a:prstGeom>
          <a:solidFill>
            <a:srgbClr val="C9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3274284" y="1566918"/>
            <a:ext cx="247917" cy="247792"/>
          </a:xfrm>
          <a:prstGeom prst="ellipse">
            <a:avLst/>
          </a:prstGeom>
          <a:solidFill>
            <a:srgbClr val="C9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6314916" y="1566918"/>
            <a:ext cx="247917" cy="247792"/>
          </a:xfrm>
          <a:prstGeom prst="ellipse">
            <a:avLst/>
          </a:prstGeom>
          <a:solidFill>
            <a:srgbClr val="C9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9319090" y="1566918"/>
            <a:ext cx="247917" cy="247792"/>
          </a:xfrm>
          <a:prstGeom prst="ellipse">
            <a:avLst/>
          </a:prstGeom>
          <a:solidFill>
            <a:srgbClr val="C9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364902" y="1566918"/>
            <a:ext cx="247917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zh-CN" sz="2000"/>
          </a:p>
        </p:txBody>
      </p:sp>
      <p:sp>
        <p:nvSpPr>
          <p:cNvPr id="26" name="TextBox 26"/>
          <p:cNvSpPr txBox="1"/>
          <p:nvPr/>
        </p:nvSpPr>
        <p:spPr>
          <a:xfrm>
            <a:off x="3274284" y="1566918"/>
            <a:ext cx="247917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lang="zh-CN" sz="2000"/>
          </a:p>
        </p:txBody>
      </p:sp>
      <p:sp>
        <p:nvSpPr>
          <p:cNvPr id="27" name="TextBox 27"/>
          <p:cNvSpPr txBox="1"/>
          <p:nvPr/>
        </p:nvSpPr>
        <p:spPr>
          <a:xfrm>
            <a:off x="6314916" y="1566918"/>
            <a:ext cx="247917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lang="zh-CN" sz="2000"/>
          </a:p>
        </p:txBody>
      </p:sp>
      <p:sp>
        <p:nvSpPr>
          <p:cNvPr id="28" name="TextBox 28"/>
          <p:cNvSpPr txBox="1"/>
          <p:nvPr/>
        </p:nvSpPr>
        <p:spPr>
          <a:xfrm>
            <a:off x="9319090" y="1566918"/>
            <a:ext cx="247917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lang="zh-CN" sz="2000"/>
          </a:p>
        </p:txBody>
      </p:sp>
      <p:sp>
        <p:nvSpPr>
          <p:cNvPr id="29" name="TextBox 29"/>
          <p:cNvSpPr txBox="1"/>
          <p:nvPr/>
        </p:nvSpPr>
        <p:spPr>
          <a:xfrm>
            <a:off x="722195" y="1617934"/>
            <a:ext cx="2187505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 b="1">
                <a:solidFill>
                  <a:srgbClr val="C9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案例1｜商客分群收入分析</a:t>
            </a:r>
            <a:endParaRPr lang="zh-CN" sz="1300"/>
          </a:p>
        </p:txBody>
      </p:sp>
      <p:sp>
        <p:nvSpPr>
          <p:cNvPr id="30" name="TextBox 30"/>
          <p:cNvSpPr txBox="1"/>
          <p:nvPr/>
        </p:nvSpPr>
        <p:spPr>
          <a:xfrm>
            <a:off x="3631576" y="1617934"/>
            <a:ext cx="2296880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 b="1">
                <a:solidFill>
                  <a:srgbClr val="C9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案例2｜经营核查口径澄清</a:t>
            </a:r>
            <a:endParaRPr lang="zh-CN" sz="1300"/>
          </a:p>
        </p:txBody>
      </p:sp>
      <p:sp>
        <p:nvSpPr>
          <p:cNvPr id="31" name="TextBox 31"/>
          <p:cNvSpPr txBox="1"/>
          <p:nvPr/>
        </p:nvSpPr>
        <p:spPr>
          <a:xfrm>
            <a:off x="6672209" y="1617934"/>
            <a:ext cx="2296880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00" b="1">
                <a:solidFill>
                  <a:srgbClr val="C9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案例3｜收入环比原因诊断</a:t>
            </a:r>
            <a:endParaRPr lang="zh-CN" sz="1300"/>
          </a:p>
        </p:txBody>
      </p:sp>
      <p:sp>
        <p:nvSpPr>
          <p:cNvPr id="32" name="TextBox 32"/>
          <p:cNvSpPr txBox="1"/>
          <p:nvPr/>
        </p:nvSpPr>
        <p:spPr>
          <a:xfrm>
            <a:off x="9669091" y="1617934"/>
            <a:ext cx="2151047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00" b="1">
                <a:solidFill>
                  <a:srgbClr val="C9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结果验证｜脚本执行与跑数结果</a:t>
            </a:r>
            <a:endParaRPr lang="zh-CN" sz="1200"/>
          </a:p>
        </p:txBody>
      </p:sp>
      <p:sp>
        <p:nvSpPr>
          <p:cNvPr id="33" name="TextBox 33"/>
          <p:cNvSpPr txBox="1"/>
          <p:nvPr/>
        </p:nvSpPr>
        <p:spPr>
          <a:xfrm>
            <a:off x="401361" y="5648193"/>
            <a:ext cx="244271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00" b="1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根据业务描述生成取数脚本。</a:t>
            </a:r>
            <a:endParaRPr lang="zh-CN" sz="1200"/>
          </a:p>
        </p:txBody>
      </p:sp>
      <p:sp>
        <p:nvSpPr>
          <p:cNvPr id="34" name="TextBox 34"/>
          <p:cNvSpPr txBox="1"/>
          <p:nvPr/>
        </p:nvSpPr>
        <p:spPr>
          <a:xfrm>
            <a:off x="3245117" y="5648193"/>
            <a:ext cx="2661465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00" b="1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主动追问关键条件，澄清统计口径。</a:t>
            </a:r>
            <a:endParaRPr lang="zh-CN" sz="1200"/>
          </a:p>
        </p:txBody>
      </p:sp>
      <p:sp>
        <p:nvSpPr>
          <p:cNvPr id="35" name="TextBox 35"/>
          <p:cNvSpPr txBox="1"/>
          <p:nvPr/>
        </p:nvSpPr>
        <p:spPr>
          <a:xfrm>
            <a:off x="6285749" y="5648193"/>
            <a:ext cx="2661465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00" b="1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按分析维度生成诊断型SQL。</a:t>
            </a:r>
            <a:endParaRPr lang="zh-CN" sz="1200"/>
          </a:p>
        </p:txBody>
      </p:sp>
      <p:sp>
        <p:nvSpPr>
          <p:cNvPr id="36" name="TextBox 36"/>
          <p:cNvSpPr txBox="1"/>
          <p:nvPr/>
        </p:nvSpPr>
        <p:spPr>
          <a:xfrm>
            <a:off x="9275340" y="5648193"/>
            <a:ext cx="2552089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00" b="1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生成SQL可执行，并返回可用结果。</a:t>
            </a:r>
            <a:endParaRPr lang="zh-CN" sz="1200"/>
          </a:p>
        </p:txBody>
      </p:sp>
      <p:sp>
        <p:nvSpPr>
          <p:cNvPr id="37" name="TextBox 37"/>
          <p:cNvSpPr txBox="1"/>
          <p:nvPr/>
        </p:nvSpPr>
        <p:spPr>
          <a:xfrm>
            <a:off x="1283654" y="6260385"/>
            <a:ext cx="1093753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00" b="1">
                <a:solidFill>
                  <a:srgbClr val="C9141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页面总结：</a:t>
            </a:r>
            <a:endParaRPr lang="zh-CN" sz="1400"/>
          </a:p>
        </p:txBody>
      </p:sp>
      <p:sp>
        <p:nvSpPr>
          <p:cNvPr id="38" name="TextBox 38"/>
          <p:cNvSpPr txBox="1"/>
          <p:nvPr/>
        </p:nvSpPr>
        <p:spPr>
          <a:xfrm>
            <a:off x="2384699" y="6260385"/>
            <a:ext cx="9078146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0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前三个截图展示了AI已进入真实需求应用；第四个截图说明生成脚本能够进一步落地执行和验证。</a:t>
            </a:r>
            <a:endParaRPr lang="zh-CN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Object 1309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177089" y="2257426"/>
            <a:ext cx="5014913" cy="4600575"/>
          </a:xfrm>
          <a:prstGeom prst="rect">
            <a:avLst/>
          </a:prstGeom>
          <a:noFill/>
        </p:spPr>
      </p:pic>
      <p:sp>
        <p:nvSpPr>
          <p:cNvPr id="659" name="Rectangle 5"/>
          <p:cNvSpPr>
            <a:spLocks noChangeArrowheads="1"/>
          </p:cNvSpPr>
          <p:nvPr/>
        </p:nvSpPr>
        <p:spPr bwMode="auto">
          <a:xfrm>
            <a:off x="1297685" y="1517015"/>
            <a:ext cx="10498238" cy="2592388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</p:spPr>
        <p:txBody>
          <a:bodyPr lIns="85884" tIns="42942" rIns="85884" bIns="42942" anchor="ctr"/>
          <a:lstStyle/>
          <a:p>
            <a:pPr algn="ctr" eaLnBrk="0" hangingPunct="0">
              <a:lnSpc>
                <a:spcPct val="140000"/>
              </a:lnSpc>
              <a:defRPr/>
            </a:pPr>
            <a:r>
              <a:rPr lang="zh-CN" altLang="en-US" sz="8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谢！</a:t>
            </a:r>
            <a:endParaRPr lang="zh-CN" altLang="en-US" sz="8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U0NDA3MDM1ZDlhNmZjMzEwYjcwYTkwNjFkMjE5Nz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1518</Words>
  <Application>WPS 演示</Application>
  <PresentationFormat>宽屏</PresentationFormat>
  <Paragraphs>303</Paragraphs>
  <Slides>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汉仪旗黑</vt:lpstr>
      <vt:lpstr>Arial</vt:lpstr>
      <vt:lpstr>Wingdings</vt:lpstr>
      <vt:lpstr>华文楷体</vt:lpstr>
      <vt:lpstr>等线</vt:lpstr>
      <vt:lpstr>Calibri</vt:lpstr>
      <vt:lpstr>思源黑体 CN Bold</vt:lpstr>
      <vt:lpstr>汉仪中黑KW</vt:lpstr>
      <vt:lpstr>黑体</vt:lpstr>
      <vt:lpstr>Calibri</vt:lpstr>
      <vt:lpstr>汉仪书宋二KW</vt:lpstr>
      <vt:lpstr>宋体</vt:lpstr>
      <vt:lpstr>Arial Unicode MS</vt:lpstr>
      <vt:lpstr>汉仪中等线KW</vt:lpstr>
      <vt:lpstr>Helvetica Neue</vt:lpstr>
      <vt:lpstr>DengXian</vt:lpstr>
      <vt:lpstr>微软雅黑</vt:lpstr>
      <vt:lpstr>等线</vt:lpstr>
      <vt:lpstr>黑体</vt:lpstr>
      <vt:lpstr>PingFang SC</vt:lpstr>
      <vt:lpstr>Office 主题</vt:lpstr>
      <vt:lpstr>Office 主题</vt:lpstr>
      <vt:lpstr>PowerPoint 演示文稿</vt:lpstr>
      <vt:lpstr>二、模式变化：从人工取数到AI取数</vt:lpstr>
      <vt:lpstr>三、试用验证：首批4人试用，进入真实需求解决率77%</vt:lpstr>
      <vt:lpstr>三、试用验证：6月底，AI辅助取数能力雏形初步形成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谢广波</cp:lastModifiedBy>
  <cp:revision>530</cp:revision>
  <dcterms:created xsi:type="dcterms:W3CDTF">2026-07-13T15:31:11Z</dcterms:created>
  <dcterms:modified xsi:type="dcterms:W3CDTF">2026-07-13T15:31:11Z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493E9F3FC525415F859971C4F7274C45_13</vt:lpwstr>
  </property>
  <property fmtid="{D5CDD505-2E9C-101B-9397-08002B2CF9AE}" pid="3" name="KSOProductBuildVer">
    <vt:lpwstr>2052-12.1.26026.26026</vt:lpwstr>
  </property>
</Properties>
</file>